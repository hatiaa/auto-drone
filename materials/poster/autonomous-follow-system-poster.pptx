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9" r:id="rId3"/>
  </p:sldIdLst>
  <p:sldSz cx="32398970" cy="43200320"/>
  <p:notesSz cx="6858000" cy="9144000"/>
  <p:custDataLst>
    <p:tags r:id="rId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993"/>
    <a:srgbClr val="00BCB3"/>
    <a:srgbClr val="AD81C3"/>
    <a:srgbClr val="F0F0F0"/>
    <a:srgbClr val="670875"/>
    <a:srgbClr val="00486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75" autoAdjust="0"/>
    <p:restoredTop sz="94660"/>
  </p:normalViewPr>
  <p:slideViewPr>
    <p:cSldViewPr snapToGrid="0">
      <p:cViewPr varScale="1">
        <p:scale>
          <a:sx n="15" d="100"/>
          <a:sy n="15" d="100"/>
        </p:scale>
        <p:origin x="2643" y="141"/>
      </p:cViewPr>
      <p:guideLst/>
    </p:cSldViewPr>
  </p:slideViewPr>
  <p:notesTextViewPr>
    <p:cViewPr>
      <p:scale>
        <a:sx n="1" d="1"/>
        <a:sy n="1" d="1"/>
      </p:scale>
      <p:origin x="0" y="0"/>
    </p:cViewPr>
  </p:notesTextViewPr>
  <p:notesViewPr>
    <p:cSldViewPr snapToGrid="0">
      <p:cViewPr varScale="1">
        <p:scale>
          <a:sx n="124" d="100"/>
          <a:sy n="124" d="100"/>
        </p:scale>
        <p:origin x="4960" y="8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E52C4A-761F-47E0-A562-4E954A42776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FBE751-7E00-45D9-A2AA-3AE6EDD6B80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181269" y="9519263"/>
            <a:ext cx="13290637" cy="941556"/>
          </a:xfrm>
          <a:prstGeom prst="rect">
            <a:avLst/>
          </a:prstGeom>
        </p:spPr>
        <p:txBody>
          <a:bodyPr>
            <a:noAutofit/>
          </a:bodyPr>
          <a:lstStyle>
            <a:lvl1pPr>
              <a:defRPr sz="6000" b="0">
                <a:latin typeface="微软雅黑 Light" panose="020B0502040204020203" pitchFamily="34" charset="-122"/>
                <a:ea typeface="微软雅黑 Light" panose="020B0502040204020203" pitchFamily="34" charset="-122"/>
              </a:defRPr>
            </a:lvl1pPr>
          </a:lstStyle>
          <a:p>
            <a:r>
              <a:rPr lang="zh-CN" altLang="en-US" dirty="0"/>
              <a:t>陈睿旻 何旻轩（共一）</a:t>
            </a:r>
            <a:endParaRPr lang="en-US" dirty="0"/>
          </a:p>
        </p:txBody>
      </p:sp>
      <p:sp>
        <p:nvSpPr>
          <p:cNvPr id="3" name="文本占位符 22"/>
          <p:cNvSpPr>
            <a:spLocks noGrp="1"/>
          </p:cNvSpPr>
          <p:nvPr>
            <p:ph type="body" sz="quarter" idx="15" hasCustomPrompt="1"/>
          </p:nvPr>
        </p:nvSpPr>
        <p:spPr>
          <a:xfrm>
            <a:off x="23824036" y="9528888"/>
            <a:ext cx="3721100" cy="847179"/>
          </a:xfrm>
          <a:prstGeom prst="rect">
            <a:avLst/>
          </a:prstGeom>
        </p:spPr>
        <p:txBody>
          <a:bodyPr>
            <a:noAutofit/>
          </a:bodyPr>
          <a:lstStyle>
            <a:lvl1pPr marL="0" indent="0">
              <a:buNone/>
              <a:defRPr sz="6000" b="0">
                <a:latin typeface="微软雅黑 Light" panose="020B0502040204020203" pitchFamily="34" charset="-122"/>
                <a:ea typeface="微软雅黑 Light" panose="020B0502040204020203" pitchFamily="34" charset="-122"/>
              </a:defRPr>
            </a:lvl1pPr>
            <a:lvl2pPr marL="1619885" indent="0">
              <a:buNone/>
              <a:defRPr/>
            </a:lvl2pPr>
            <a:lvl3pPr marL="3239770" indent="0">
              <a:buNone/>
              <a:defRPr/>
            </a:lvl3pPr>
            <a:lvl4pPr marL="4859655" indent="0">
              <a:buNone/>
              <a:defRPr/>
            </a:lvl4pPr>
            <a:lvl5pPr marL="6479540" indent="0">
              <a:buNone/>
              <a:defRPr/>
            </a:lvl5pPr>
          </a:lstStyle>
          <a:p>
            <a:pPr lvl="0"/>
            <a:r>
              <a:rPr lang="zh-CN" altLang="en-US" dirty="0"/>
              <a:t>罗勇</a:t>
            </a:r>
            <a:endParaRPr lang="zh-CN" altLang="en-US" dirty="0"/>
          </a:p>
        </p:txBody>
      </p:sp>
      <p:sp>
        <p:nvSpPr>
          <p:cNvPr id="4" name="文本占位符 28"/>
          <p:cNvSpPr>
            <a:spLocks noGrp="1"/>
          </p:cNvSpPr>
          <p:nvPr>
            <p:ph type="body" sz="quarter" idx="17" hasCustomPrompt="1"/>
          </p:nvPr>
        </p:nvSpPr>
        <p:spPr>
          <a:xfrm>
            <a:off x="907103" y="5955068"/>
            <a:ext cx="35143603" cy="1368984"/>
          </a:xfrm>
          <a:prstGeom prst="rect">
            <a:avLst/>
          </a:prstGeom>
        </p:spPr>
        <p:txBody>
          <a:bodyPr/>
          <a:lstStyle>
            <a:lvl1pPr marL="0" indent="0">
              <a:buNone/>
              <a:defRPr sz="7200">
                <a:latin typeface="微软雅黑" panose="020B0503020204020204" charset="-122"/>
                <a:ea typeface="微软雅黑" panose="020B0503020204020204" charset="-122"/>
              </a:defRPr>
            </a:lvl1pPr>
          </a:lstStyle>
          <a:p>
            <a:pPr lvl="0"/>
            <a:r>
              <a:rPr lang="en-US" altLang="zh-CN" b="0" i="0" dirty="0">
                <a:solidFill>
                  <a:srgbClr val="404040"/>
                </a:solidFill>
                <a:effectLst/>
                <a:latin typeface="Inter"/>
              </a:rPr>
              <a:t>Autonomous Attitude Stabilization System for UAVs in Free-Fall Environments</a:t>
            </a:r>
            <a:endParaRPr lang="zh-CN" altLang="en-US" dirty="0"/>
          </a:p>
        </p:txBody>
      </p:sp>
      <p:sp>
        <p:nvSpPr>
          <p:cNvPr id="5" name="文本占位符 38"/>
          <p:cNvSpPr>
            <a:spLocks noGrp="1"/>
          </p:cNvSpPr>
          <p:nvPr>
            <p:ph type="body" sz="quarter" idx="21" hasCustomPrompt="1"/>
          </p:nvPr>
        </p:nvSpPr>
        <p:spPr>
          <a:xfrm>
            <a:off x="855966" y="7477125"/>
            <a:ext cx="28586113" cy="1749153"/>
          </a:xfrm>
          <a:prstGeom prst="rect">
            <a:avLst/>
          </a:prstGeom>
        </p:spPr>
        <p:txBody>
          <a:bodyPr/>
          <a:lstStyle>
            <a:lvl1pPr marL="0" indent="0">
              <a:buNone/>
              <a:defRPr sz="12000" b="1">
                <a:latin typeface="微软雅黑" panose="020B0503020204020204" charset="-122"/>
                <a:ea typeface="微软雅黑" panose="020B0503020204020204" charset="-122"/>
              </a:defRPr>
            </a:lvl1pPr>
          </a:lstStyle>
          <a:p>
            <a:pPr lvl="0"/>
            <a:r>
              <a:rPr lang="zh-CN" altLang="en-US" dirty="0"/>
              <a:t>自由落体环境下无人机自主姿态维稳系统</a:t>
            </a:r>
            <a:endParaRPr lang="zh-CN" altLang="en-US" dirty="0"/>
          </a:p>
        </p:txBody>
      </p:sp>
      <p:sp>
        <p:nvSpPr>
          <p:cNvPr id="6" name="矩形 5"/>
          <p:cNvSpPr/>
          <p:nvPr userDrawn="1"/>
        </p:nvSpPr>
        <p:spPr>
          <a:xfrm>
            <a:off x="0" y="11451771"/>
            <a:ext cx="14688766" cy="1531257"/>
          </a:xfrm>
          <a:prstGeom prst="rect">
            <a:avLst/>
          </a:prstGeom>
          <a:solidFill>
            <a:srgbClr val="AD81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userDrawn="1"/>
        </p:nvSpPr>
        <p:spPr>
          <a:xfrm>
            <a:off x="907103" y="11557989"/>
            <a:ext cx="5054600" cy="1323439"/>
          </a:xfrm>
          <a:prstGeom prst="rect">
            <a:avLst/>
          </a:prstGeom>
          <a:noFill/>
        </p:spPr>
        <p:txBody>
          <a:bodyPr wrap="square" rtlCol="0">
            <a:spAutoFit/>
          </a:bodyPr>
          <a:lstStyle/>
          <a:p>
            <a:r>
              <a:rPr lang="zh-CN" altLang="en-US" sz="8000" b="1" dirty="0">
                <a:solidFill>
                  <a:schemeClr val="bg1"/>
                </a:solidFill>
                <a:latin typeface="微软雅黑" panose="020B0503020204020204" charset="-122"/>
                <a:ea typeface="微软雅黑" panose="020B0503020204020204" charset="-122"/>
              </a:rPr>
              <a:t>项目简介</a:t>
            </a:r>
            <a:endParaRPr lang="zh-CN" altLang="en-US" sz="8000" b="1" dirty="0">
              <a:solidFill>
                <a:schemeClr val="bg1"/>
              </a:solidFill>
              <a:latin typeface="微软雅黑" panose="020B0503020204020204" charset="-122"/>
              <a:ea typeface="微软雅黑" panose="020B0503020204020204" charset="-122"/>
            </a:endParaRPr>
          </a:p>
        </p:txBody>
      </p:sp>
      <p:sp>
        <p:nvSpPr>
          <p:cNvPr id="8" name="文本框 7"/>
          <p:cNvSpPr txBox="1"/>
          <p:nvPr userDrawn="1"/>
        </p:nvSpPr>
        <p:spPr>
          <a:xfrm>
            <a:off x="855966" y="13308632"/>
            <a:ext cx="13832800" cy="7082323"/>
          </a:xfrm>
          <a:prstGeom prst="rect">
            <a:avLst/>
          </a:prstGeom>
          <a:noFill/>
        </p:spPr>
        <p:txBody>
          <a:bodyPr wrap="square" rtlCol="0">
            <a:spAutoFit/>
          </a:bodyPr>
          <a:lstStyle/>
          <a:p>
            <a:pPr algn="just">
              <a:lnSpc>
                <a:spcPct val="150000"/>
              </a:lnSpc>
            </a:pPr>
            <a:r>
              <a:rPr lang="zh-CN" altLang="en-US" sz="4400" b="0" dirty="0">
                <a:solidFill>
                  <a:schemeClr val="tx1"/>
                </a:solidFill>
                <a:latin typeface="微软雅黑" panose="020B0503020204020204" charset="-122"/>
                <a:ea typeface="微软雅黑" panose="020B0503020204020204" charset="-122"/>
              </a:rPr>
              <a:t>本项目目标设计一套自由落体环境下的无人机自主姿态维稳系统，通过结构维稳（气动机械结构）、算法维稳（桨叶飞控算法）和备降维稳三个维度的协同设计，</a:t>
            </a:r>
            <a:br>
              <a:rPr lang="en-US" altLang="zh-CN" sz="4400" b="0" dirty="0">
                <a:solidFill>
                  <a:schemeClr val="tx1"/>
                </a:solidFill>
                <a:latin typeface="微软雅黑" panose="020B0503020204020204" charset="-122"/>
                <a:ea typeface="微软雅黑" panose="020B0503020204020204" charset="-122"/>
              </a:rPr>
            </a:br>
            <a:r>
              <a:rPr lang="zh-CN" altLang="en-US" sz="4400" b="0" dirty="0">
                <a:solidFill>
                  <a:schemeClr val="tx1"/>
                </a:solidFill>
                <a:latin typeface="微软雅黑" panose="020B0503020204020204" charset="-122"/>
                <a:ea typeface="微软雅黑" panose="020B0503020204020204" charset="-122"/>
              </a:rPr>
              <a:t>使四旋翼无人机保持无动力高速下落过程中的姿态水平稳定，并可响应外界指令，在落体阶段结束后平稳重启动力正常飞行。该系统在军用无人机空投以及民用高空跳伞摄影等领域均有广泛应用前景。</a:t>
            </a:r>
            <a:endParaRPr lang="zh-CN" altLang="en-US" sz="4400" b="0" dirty="0">
              <a:solidFill>
                <a:schemeClr val="tx1"/>
              </a:solidFill>
              <a:latin typeface="微软雅黑" panose="020B0503020204020204" charset="-122"/>
              <a:ea typeface="微软雅黑" panose="020B0503020204020204" charset="-122"/>
            </a:endParaRPr>
          </a:p>
        </p:txBody>
      </p:sp>
      <p:sp>
        <p:nvSpPr>
          <p:cNvPr id="11" name="矩形 10"/>
          <p:cNvSpPr/>
          <p:nvPr userDrawn="1"/>
        </p:nvSpPr>
        <p:spPr>
          <a:xfrm>
            <a:off x="-51137" y="21494895"/>
            <a:ext cx="14688766" cy="1531257"/>
          </a:xfrm>
          <a:prstGeom prst="rect">
            <a:avLst/>
          </a:prstGeom>
          <a:solidFill>
            <a:srgbClr val="0069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855966" y="21601113"/>
            <a:ext cx="12678268" cy="1323439"/>
          </a:xfrm>
          <a:prstGeom prst="rect">
            <a:avLst/>
          </a:prstGeom>
          <a:noFill/>
        </p:spPr>
        <p:txBody>
          <a:bodyPr wrap="square" rtlCol="0">
            <a:spAutoFit/>
          </a:bodyPr>
          <a:lstStyle/>
          <a:p>
            <a:r>
              <a:rPr lang="zh-CN" altLang="en-US" sz="8000" b="1" dirty="0">
                <a:solidFill>
                  <a:schemeClr val="bg1"/>
                </a:solidFill>
                <a:latin typeface="微软雅黑" panose="020B0503020204020204" charset="-122"/>
                <a:ea typeface="微软雅黑" panose="020B0503020204020204" charset="-122"/>
              </a:rPr>
              <a:t>结构维稳：活动机械结构</a:t>
            </a:r>
            <a:endParaRPr lang="zh-CN" altLang="en-US" sz="8000" b="1" dirty="0">
              <a:solidFill>
                <a:schemeClr val="bg1"/>
              </a:solidFill>
              <a:latin typeface="微软雅黑" panose="020B0503020204020204" charset="-122"/>
              <a:ea typeface="微软雅黑" panose="020B0503020204020204" charset="-122"/>
            </a:endParaRPr>
          </a:p>
        </p:txBody>
      </p:sp>
      <p:sp>
        <p:nvSpPr>
          <p:cNvPr id="13" name="文本框 12"/>
          <p:cNvSpPr txBox="1"/>
          <p:nvPr userDrawn="1"/>
        </p:nvSpPr>
        <p:spPr>
          <a:xfrm>
            <a:off x="804829" y="23377156"/>
            <a:ext cx="13832800" cy="5050998"/>
          </a:xfrm>
          <a:prstGeom prst="rect">
            <a:avLst/>
          </a:prstGeom>
          <a:noFill/>
        </p:spPr>
        <p:txBody>
          <a:bodyPr wrap="square" rtlCol="0">
            <a:spAutoFit/>
          </a:bodyPr>
          <a:lstStyle/>
          <a:p>
            <a:pPr algn="just">
              <a:lnSpc>
                <a:spcPct val="150000"/>
              </a:lnSpc>
            </a:pPr>
            <a:r>
              <a:rPr lang="zh-CN" altLang="en-US" sz="4400" b="0" dirty="0">
                <a:solidFill>
                  <a:schemeClr val="tx1"/>
                </a:solidFill>
                <a:latin typeface="微软雅黑" panose="020B0503020204020204" charset="-122"/>
                <a:ea typeface="微软雅黑" panose="020B0503020204020204" charset="-122"/>
              </a:rPr>
              <a:t>在结构维稳方面，项目创新性地设计了</a:t>
            </a:r>
            <a:r>
              <a:rPr lang="zh-CN" altLang="en-US" sz="4400" b="1" dirty="0">
                <a:solidFill>
                  <a:schemeClr val="tx1"/>
                </a:solidFill>
                <a:latin typeface="微软雅黑" panose="020B0503020204020204" charset="-122"/>
                <a:ea typeface="微软雅黑" panose="020B0503020204020204" charset="-122"/>
              </a:rPr>
              <a:t>三角小尾翼</a:t>
            </a:r>
            <a:r>
              <a:rPr lang="zh-CN" altLang="en-US" sz="4400" b="0" dirty="0">
                <a:solidFill>
                  <a:schemeClr val="tx1"/>
                </a:solidFill>
                <a:latin typeface="微软雅黑" panose="020B0503020204020204" charset="-122"/>
                <a:ea typeface="微软雅黑" panose="020B0503020204020204" charset="-122"/>
              </a:rPr>
              <a:t>和</a:t>
            </a:r>
            <a:br>
              <a:rPr lang="en-US" altLang="zh-CN" sz="4400" b="0" dirty="0">
                <a:solidFill>
                  <a:schemeClr val="tx1"/>
                </a:solidFill>
                <a:latin typeface="微软雅黑" panose="020B0503020204020204" charset="-122"/>
                <a:ea typeface="微软雅黑" panose="020B0503020204020204" charset="-122"/>
              </a:rPr>
            </a:br>
            <a:r>
              <a:rPr lang="zh-CN" altLang="en-US" sz="4400" b="1" dirty="0">
                <a:solidFill>
                  <a:schemeClr val="tx1"/>
                </a:solidFill>
                <a:latin typeface="微软雅黑" panose="020B0503020204020204" charset="-122"/>
                <a:ea typeface="微软雅黑" panose="020B0503020204020204" charset="-122"/>
              </a:rPr>
              <a:t>可移动式气动配重模块</a:t>
            </a:r>
            <a:r>
              <a:rPr lang="zh-CN" altLang="en-US" sz="4400" b="0" dirty="0">
                <a:solidFill>
                  <a:schemeClr val="tx1"/>
                </a:solidFill>
                <a:latin typeface="微软雅黑" panose="020B0503020204020204" charset="-122"/>
                <a:ea typeface="微软雅黑" panose="020B0503020204020204" charset="-122"/>
              </a:rPr>
              <a:t>。三角小尾翼通过优化气动中心位置，提升了无人机在自由落体过程中的姿态稳定性；</a:t>
            </a:r>
            <a:br>
              <a:rPr lang="en-US" altLang="zh-CN" sz="4400" b="0" dirty="0">
                <a:solidFill>
                  <a:schemeClr val="tx1"/>
                </a:solidFill>
                <a:latin typeface="微软雅黑" panose="020B0503020204020204" charset="-122"/>
                <a:ea typeface="微软雅黑" panose="020B0503020204020204" charset="-122"/>
              </a:rPr>
            </a:br>
            <a:r>
              <a:rPr lang="zh-CN" altLang="en-US" sz="4400" b="0" dirty="0">
                <a:solidFill>
                  <a:schemeClr val="tx1"/>
                </a:solidFill>
                <a:latin typeface="微软雅黑" panose="020B0503020204020204" charset="-122"/>
                <a:ea typeface="微软雅黑" panose="020B0503020204020204" charset="-122"/>
              </a:rPr>
              <a:t>可移动式气动配重模块则通过动态调整无人机重心，</a:t>
            </a:r>
            <a:br>
              <a:rPr lang="en-US" altLang="zh-CN" sz="4400" b="0" dirty="0">
                <a:solidFill>
                  <a:schemeClr val="tx1"/>
                </a:solidFill>
                <a:latin typeface="微软雅黑" panose="020B0503020204020204" charset="-122"/>
                <a:ea typeface="微软雅黑" panose="020B0503020204020204" charset="-122"/>
              </a:rPr>
            </a:br>
            <a:r>
              <a:rPr lang="zh-CN" altLang="en-US" sz="4400" b="0" dirty="0">
                <a:solidFill>
                  <a:schemeClr val="tx1"/>
                </a:solidFill>
                <a:latin typeface="微软雅黑" panose="020B0503020204020204" charset="-122"/>
                <a:ea typeface="微软雅黑" panose="020B0503020204020204" charset="-122"/>
              </a:rPr>
              <a:t>进一步增强了其抗干扰能力。</a:t>
            </a:r>
            <a:endParaRPr lang="zh-CN" altLang="en-US" sz="4400" b="0" dirty="0">
              <a:solidFill>
                <a:schemeClr val="tx1"/>
              </a:solidFill>
              <a:latin typeface="微软雅黑" panose="020B0503020204020204" charset="-122"/>
              <a:ea typeface="微软雅黑" panose="020B0503020204020204" charset="-122"/>
            </a:endParaRPr>
          </a:p>
        </p:txBody>
      </p:sp>
      <p:pic>
        <p:nvPicPr>
          <p:cNvPr id="14" name="图片 13"/>
          <p:cNvPicPr>
            <a:picLocks noChangeAspect="1"/>
          </p:cNvPicPr>
          <p:nvPr userDrawn="1"/>
        </p:nvPicPr>
        <p:blipFill>
          <a:blip r:embed="rId2">
            <a:extLst>
              <a:ext uri="{28A0092B-C50C-407E-A947-70E740481C1C}">
                <a14:useLocalDpi xmlns:a14="http://schemas.microsoft.com/office/drawing/2010/main" val="0"/>
              </a:ext>
            </a:extLst>
          </a:blip>
          <a:srcRect l="20506" t="4611" r="18840"/>
          <a:stretch>
            <a:fillRect/>
          </a:stretch>
        </p:blipFill>
        <p:spPr bwMode="auto">
          <a:xfrm>
            <a:off x="0" y="28571372"/>
            <a:ext cx="7837714" cy="7404744"/>
          </a:xfrm>
          <a:prstGeom prst="rect">
            <a:avLst/>
          </a:prstGeom>
          <a:noFill/>
          <a:ln>
            <a:noFill/>
          </a:ln>
        </p:spPr>
      </p:pic>
      <p:pic>
        <p:nvPicPr>
          <p:cNvPr id="15" name="图片 14"/>
          <p:cNvPicPr>
            <a:picLocks noChangeAspect="1"/>
          </p:cNvPicPr>
          <p:nvPr userDrawn="1"/>
        </p:nvPicPr>
        <p:blipFill>
          <a:blip r:embed="rId3">
            <a:extLst>
              <a:ext uri="{28A0092B-C50C-407E-A947-70E740481C1C}">
                <a14:useLocalDpi xmlns:a14="http://schemas.microsoft.com/office/drawing/2010/main" val="0"/>
              </a:ext>
            </a:extLst>
          </a:blip>
          <a:srcRect l="19553" t="7298" r="19553"/>
          <a:stretch>
            <a:fillRect/>
          </a:stretch>
        </p:blipFill>
        <p:spPr bwMode="auto">
          <a:xfrm>
            <a:off x="7721229" y="28779896"/>
            <a:ext cx="7837714" cy="7196220"/>
          </a:xfrm>
          <a:prstGeom prst="rect">
            <a:avLst/>
          </a:prstGeom>
          <a:noFill/>
          <a:ln>
            <a:noFill/>
          </a:ln>
        </p:spPr>
      </p:pic>
      <p:pic>
        <p:nvPicPr>
          <p:cNvPr id="16" name="图片 15" descr="图示&#10;&#10;AI 生成的内容可能不正确。"/>
          <p:cNvPicPr>
            <a:picLocks noChangeAspect="1"/>
          </p:cNvPicPr>
          <p:nvPr userDrawn="1"/>
        </p:nvPicPr>
        <p:blipFill>
          <a:blip r:embed="rId4">
            <a:extLst>
              <a:ext uri="{28A0092B-C50C-407E-A947-70E740481C1C}">
                <a14:useLocalDpi xmlns:a14="http://schemas.microsoft.com/office/drawing/2010/main" val="0"/>
              </a:ext>
            </a:extLst>
          </a:blip>
          <a:srcRect l="18566" r="7366"/>
          <a:stretch>
            <a:fillRect/>
          </a:stretch>
        </p:blipFill>
        <p:spPr bwMode="auto">
          <a:xfrm>
            <a:off x="804829" y="36233744"/>
            <a:ext cx="7337686" cy="6028188"/>
          </a:xfrm>
          <a:prstGeom prst="rect">
            <a:avLst/>
          </a:prstGeom>
          <a:noFill/>
          <a:ln>
            <a:noFill/>
          </a:ln>
        </p:spPr>
      </p:pic>
      <p:pic>
        <p:nvPicPr>
          <p:cNvPr id="17" name="图片 16"/>
          <p:cNvPicPr>
            <a:picLocks noChangeAspect="1"/>
          </p:cNvPicPr>
          <p:nvPr userDrawn="1"/>
        </p:nvPicPr>
        <p:blipFill>
          <a:blip r:embed="rId5">
            <a:extLst>
              <a:ext uri="{28A0092B-C50C-407E-A947-70E740481C1C}">
                <a14:useLocalDpi xmlns:a14="http://schemas.microsoft.com/office/drawing/2010/main" val="0"/>
              </a:ext>
            </a:extLst>
          </a:blip>
          <a:srcRect l="13483" r="13483"/>
          <a:stretch>
            <a:fillRect/>
          </a:stretch>
        </p:blipFill>
        <p:spPr bwMode="auto">
          <a:xfrm>
            <a:off x="7837714" y="36375793"/>
            <a:ext cx="7337686" cy="6028188"/>
          </a:xfrm>
          <a:prstGeom prst="rect">
            <a:avLst/>
          </a:prstGeom>
          <a:noFill/>
          <a:ln>
            <a:noFill/>
          </a:ln>
        </p:spPr>
      </p:pic>
      <p:sp>
        <p:nvSpPr>
          <p:cNvPr id="18" name="矩形 17"/>
          <p:cNvSpPr/>
          <p:nvPr userDrawn="1"/>
        </p:nvSpPr>
        <p:spPr>
          <a:xfrm>
            <a:off x="16229455" y="11546876"/>
            <a:ext cx="14688766" cy="1531257"/>
          </a:xfrm>
          <a:prstGeom prst="rect">
            <a:avLst/>
          </a:prstGeom>
          <a:solidFill>
            <a:srgbClr val="00BC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userDrawn="1"/>
        </p:nvSpPr>
        <p:spPr>
          <a:xfrm>
            <a:off x="17136558" y="11653094"/>
            <a:ext cx="12678268" cy="1323439"/>
          </a:xfrm>
          <a:prstGeom prst="rect">
            <a:avLst/>
          </a:prstGeom>
          <a:noFill/>
        </p:spPr>
        <p:txBody>
          <a:bodyPr wrap="square" rtlCol="0">
            <a:spAutoFit/>
          </a:bodyPr>
          <a:lstStyle/>
          <a:p>
            <a:r>
              <a:rPr lang="zh-CN" altLang="en-US" sz="8000" b="1" dirty="0">
                <a:solidFill>
                  <a:schemeClr val="bg1"/>
                </a:solidFill>
                <a:latin typeface="微软雅黑" panose="020B0503020204020204" charset="-122"/>
                <a:ea typeface="微软雅黑" panose="020B0503020204020204" charset="-122"/>
              </a:rPr>
              <a:t>算法维稳：飞行控制算法</a:t>
            </a:r>
            <a:endParaRPr lang="zh-CN" altLang="en-US" sz="8000" b="1" dirty="0">
              <a:solidFill>
                <a:schemeClr val="bg1"/>
              </a:solidFill>
              <a:latin typeface="微软雅黑" panose="020B0503020204020204" charset="-122"/>
              <a:ea typeface="微软雅黑" panose="020B0503020204020204" charset="-122"/>
            </a:endParaRPr>
          </a:p>
        </p:txBody>
      </p:sp>
      <p:sp>
        <p:nvSpPr>
          <p:cNvPr id="20" name="文本框 19"/>
          <p:cNvSpPr txBox="1"/>
          <p:nvPr userDrawn="1"/>
        </p:nvSpPr>
        <p:spPr>
          <a:xfrm>
            <a:off x="17085421" y="13429137"/>
            <a:ext cx="13832800" cy="4035335"/>
          </a:xfrm>
          <a:prstGeom prst="rect">
            <a:avLst/>
          </a:prstGeom>
          <a:noFill/>
        </p:spPr>
        <p:txBody>
          <a:bodyPr wrap="square" rtlCol="0">
            <a:spAutoFit/>
          </a:bodyPr>
          <a:lstStyle/>
          <a:p>
            <a:pPr algn="just">
              <a:lnSpc>
                <a:spcPct val="150000"/>
              </a:lnSpc>
            </a:pPr>
            <a:r>
              <a:rPr lang="zh-CN" altLang="en-US" sz="4400" b="0" dirty="0">
                <a:solidFill>
                  <a:schemeClr val="tx1"/>
                </a:solidFill>
                <a:latin typeface="微软雅黑" panose="020B0503020204020204" charset="-122"/>
                <a:ea typeface="微软雅黑" panose="020B0503020204020204" charset="-122"/>
              </a:rPr>
              <a:t>项目开发了一套基于多传感器融合的飞行控制算法。通过融合</a:t>
            </a:r>
            <a:r>
              <a:rPr lang="en-US" altLang="zh-CN" sz="4400" b="0" dirty="0">
                <a:solidFill>
                  <a:schemeClr val="tx1"/>
                </a:solidFill>
                <a:latin typeface="微软雅黑" panose="020B0503020204020204" charset="-122"/>
                <a:ea typeface="微软雅黑" panose="020B0503020204020204" charset="-122"/>
              </a:rPr>
              <a:t>IMU</a:t>
            </a:r>
            <a:r>
              <a:rPr lang="zh-CN" altLang="en-US" sz="4400" b="0" dirty="0">
                <a:solidFill>
                  <a:schemeClr val="tx1"/>
                </a:solidFill>
                <a:latin typeface="微软雅黑" panose="020B0503020204020204" charset="-122"/>
                <a:ea typeface="微软雅黑" panose="020B0503020204020204" charset="-122"/>
              </a:rPr>
              <a:t>、气压计和</a:t>
            </a:r>
            <a:r>
              <a:rPr lang="en-US" altLang="zh-CN" sz="4400" b="0" dirty="0">
                <a:solidFill>
                  <a:schemeClr val="tx1"/>
                </a:solidFill>
                <a:latin typeface="微软雅黑" panose="020B0503020204020204" charset="-122"/>
                <a:ea typeface="微软雅黑" panose="020B0503020204020204" charset="-122"/>
              </a:rPr>
              <a:t>GPS</a:t>
            </a:r>
            <a:r>
              <a:rPr lang="zh-CN" altLang="en-US" sz="4400" b="0" dirty="0">
                <a:solidFill>
                  <a:schemeClr val="tx1"/>
                </a:solidFill>
                <a:latin typeface="微软雅黑" panose="020B0503020204020204" charset="-122"/>
                <a:ea typeface="微软雅黑" panose="020B0503020204020204" charset="-122"/>
              </a:rPr>
              <a:t>等传感器的数据，系统能够实时精确解算无人机的位姿状态，并在自由落体阶段实现精准的姿态控制。</a:t>
            </a:r>
            <a:endParaRPr lang="zh-CN" altLang="en-US" sz="4400" b="0" dirty="0">
              <a:solidFill>
                <a:schemeClr val="tx1"/>
              </a:solidFill>
              <a:latin typeface="微软雅黑" panose="020B0503020204020204" charset="-122"/>
              <a:ea typeface="微软雅黑" panose="020B0503020204020204" charset="-122"/>
            </a:endParaRPr>
          </a:p>
        </p:txBody>
      </p:sp>
      <p:pic>
        <p:nvPicPr>
          <p:cNvPr id="23" name="图片 22" descr="图示&#10;&#10;AI 生成的内容可能不正确。"/>
          <p:cNvPicPr>
            <a:picLocks noChangeAspect="1"/>
          </p:cNvPicPr>
          <p:nvPr userDrawn="1"/>
        </p:nvPicPr>
        <p:blipFill>
          <a:blip r:embed="rId6" cstate="print">
            <a:extLst>
              <a:ext uri="{28A0092B-C50C-407E-A947-70E740481C1C}">
                <a14:useLocalDpi xmlns:a14="http://schemas.microsoft.com/office/drawing/2010/main" val="0"/>
              </a:ext>
            </a:extLst>
          </a:blip>
          <a:srcRect t="3320"/>
          <a:stretch>
            <a:fillRect/>
          </a:stretch>
        </p:blipFill>
        <p:spPr bwMode="auto">
          <a:xfrm>
            <a:off x="19203718" y="17766632"/>
            <a:ext cx="9240636" cy="16984456"/>
          </a:xfrm>
          <a:prstGeom prst="rect">
            <a:avLst/>
          </a:prstGeom>
          <a:noFill/>
          <a:ln>
            <a:noFill/>
          </a:ln>
        </p:spPr>
      </p:pic>
      <p:sp>
        <p:nvSpPr>
          <p:cNvPr id="24" name="矩形 23"/>
          <p:cNvSpPr/>
          <p:nvPr userDrawn="1"/>
        </p:nvSpPr>
        <p:spPr>
          <a:xfrm>
            <a:off x="16229455" y="35424027"/>
            <a:ext cx="14688766" cy="1531257"/>
          </a:xfrm>
          <a:prstGeom prst="rect">
            <a:avLst/>
          </a:prstGeom>
          <a:solidFill>
            <a:srgbClr val="00BC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userDrawn="1"/>
        </p:nvSpPr>
        <p:spPr>
          <a:xfrm>
            <a:off x="17136558" y="35530245"/>
            <a:ext cx="12678268" cy="1323439"/>
          </a:xfrm>
          <a:prstGeom prst="rect">
            <a:avLst/>
          </a:prstGeom>
          <a:noFill/>
        </p:spPr>
        <p:txBody>
          <a:bodyPr wrap="square" rtlCol="0">
            <a:spAutoFit/>
          </a:bodyPr>
          <a:lstStyle/>
          <a:p>
            <a:r>
              <a:rPr lang="zh-CN" altLang="en-US" sz="8000" b="1" dirty="0">
                <a:solidFill>
                  <a:schemeClr val="bg1"/>
                </a:solidFill>
                <a:latin typeface="微软雅黑" panose="020B0503020204020204" charset="-122"/>
                <a:ea typeface="微软雅黑" panose="020B0503020204020204" charset="-122"/>
              </a:rPr>
              <a:t>备降维稳：可选伞降装置</a:t>
            </a:r>
            <a:endParaRPr lang="zh-CN" altLang="en-US" sz="8000" b="1" dirty="0">
              <a:solidFill>
                <a:schemeClr val="bg1"/>
              </a:solidFill>
              <a:latin typeface="微软雅黑" panose="020B0503020204020204" charset="-122"/>
              <a:ea typeface="微软雅黑" panose="020B0503020204020204" charset="-122"/>
            </a:endParaRPr>
          </a:p>
        </p:txBody>
      </p:sp>
      <p:sp>
        <p:nvSpPr>
          <p:cNvPr id="26" name="文本框 25"/>
          <p:cNvSpPr txBox="1"/>
          <p:nvPr userDrawn="1"/>
        </p:nvSpPr>
        <p:spPr>
          <a:xfrm>
            <a:off x="17085421" y="37306288"/>
            <a:ext cx="13832800" cy="4035335"/>
          </a:xfrm>
          <a:prstGeom prst="rect">
            <a:avLst/>
          </a:prstGeom>
          <a:noFill/>
        </p:spPr>
        <p:txBody>
          <a:bodyPr wrap="square" rtlCol="0">
            <a:spAutoFit/>
          </a:bodyPr>
          <a:lstStyle/>
          <a:p>
            <a:pPr algn="just">
              <a:lnSpc>
                <a:spcPct val="150000"/>
              </a:lnSpc>
            </a:pPr>
            <a:r>
              <a:rPr lang="zh-CN" altLang="en-US" sz="4400" b="0" dirty="0">
                <a:solidFill>
                  <a:schemeClr val="tx1"/>
                </a:solidFill>
                <a:latin typeface="微软雅黑" panose="020B0503020204020204" charset="-122"/>
                <a:ea typeface="微软雅黑" panose="020B0503020204020204" charset="-122"/>
              </a:rPr>
              <a:t>在备降维稳方面，项目集成了可选式伞降装置作为应急备份系统。该装置采用两级开伞设计，具备自动、手动和备用三种触发模式，能够在极端情况下确保无人机的安全着陆。</a:t>
            </a:r>
            <a:endParaRPr lang="zh-CN" altLang="en-US" sz="4400" b="0" dirty="0">
              <a:solidFill>
                <a:schemeClr val="tx1"/>
              </a:solidFill>
              <a:latin typeface="微软雅黑" panose="020B0503020204020204" charset="-122"/>
              <a:ea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图多字少用这个">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181269" y="9519263"/>
            <a:ext cx="13290637" cy="941556"/>
          </a:xfrm>
          <a:prstGeom prst="rect">
            <a:avLst/>
          </a:prstGeom>
        </p:spPr>
        <p:txBody>
          <a:bodyPr>
            <a:noAutofit/>
          </a:bodyPr>
          <a:lstStyle>
            <a:lvl1pPr>
              <a:defRPr sz="6000" b="0">
                <a:latin typeface="微软雅黑 Light" panose="020B0502040204020203" pitchFamily="34" charset="-122"/>
                <a:ea typeface="微软雅黑 Light" panose="020B0502040204020203" pitchFamily="34" charset="-122"/>
              </a:defRPr>
            </a:lvl1pPr>
          </a:lstStyle>
          <a:p>
            <a:r>
              <a:rPr lang="zh-CN" altLang="en-US" dirty="0"/>
              <a:t>作者</a:t>
            </a:r>
            <a:r>
              <a:rPr lang="en-US" altLang="zh-CN" dirty="0"/>
              <a:t>1</a:t>
            </a:r>
            <a:r>
              <a:rPr lang="zh-CN" altLang="en-US" dirty="0"/>
              <a:t> 作者</a:t>
            </a:r>
            <a:r>
              <a:rPr lang="en-US" altLang="zh-CN" dirty="0"/>
              <a:t>2</a:t>
            </a:r>
            <a:r>
              <a:rPr lang="zh-CN" altLang="en-US" dirty="0"/>
              <a:t> 作者</a:t>
            </a:r>
            <a:r>
              <a:rPr lang="en-US" altLang="zh-CN" dirty="0"/>
              <a:t>3</a:t>
            </a:r>
            <a:r>
              <a:rPr lang="zh-CN" altLang="en-US" dirty="0"/>
              <a:t> 作者</a:t>
            </a:r>
            <a:r>
              <a:rPr lang="en-US" altLang="zh-CN" dirty="0"/>
              <a:t>4 </a:t>
            </a:r>
            <a:r>
              <a:rPr lang="zh-CN" altLang="en-US" dirty="0"/>
              <a:t>作者</a:t>
            </a:r>
            <a:r>
              <a:rPr lang="en-US" altLang="zh-CN" dirty="0"/>
              <a:t>5 </a:t>
            </a:r>
            <a:r>
              <a:rPr lang="zh-CN" altLang="en-US" dirty="0"/>
              <a:t>作者</a:t>
            </a:r>
            <a:r>
              <a:rPr lang="en-US" altLang="zh-CN" dirty="0"/>
              <a:t>6</a:t>
            </a:r>
            <a:endParaRPr lang="en-US" dirty="0"/>
          </a:p>
        </p:txBody>
      </p:sp>
      <p:sp>
        <p:nvSpPr>
          <p:cNvPr id="3" name="Content Placeholder 2"/>
          <p:cNvSpPr>
            <a:spLocks noGrp="1"/>
          </p:cNvSpPr>
          <p:nvPr>
            <p:ph idx="1" hasCustomPrompt="1"/>
          </p:nvPr>
        </p:nvSpPr>
        <p:spPr>
          <a:xfrm>
            <a:off x="2756172" y="12363045"/>
            <a:ext cx="25936217" cy="6229755"/>
          </a:xfrm>
          <a:prstGeom prst="rect">
            <a:avLst/>
          </a:prstGeom>
        </p:spPr>
        <p:txBody>
          <a:bodyPr>
            <a:normAutofit/>
          </a:bodyPr>
          <a:lstStyle>
            <a:lvl1pPr marL="0" indent="0">
              <a:spcAft>
                <a:spcPts val="6000"/>
              </a:spcAft>
              <a:buNone/>
              <a:defRPr sz="7200" b="1">
                <a:latin typeface="微软雅黑" panose="020B0503020204020204" charset="-122"/>
                <a:ea typeface="微软雅黑" panose="020B0503020204020204" charset="-122"/>
              </a:defRPr>
            </a:lvl1pPr>
            <a:lvl2pPr marL="1080135" indent="0">
              <a:spcAft>
                <a:spcPts val="1000"/>
              </a:spcAft>
              <a:buNone/>
              <a:defRPr sz="6000" b="1">
                <a:latin typeface="微软雅黑" panose="020B0503020204020204" charset="-122"/>
                <a:ea typeface="微软雅黑" panose="020B0503020204020204" charset="-122"/>
              </a:defRPr>
            </a:lvl2pPr>
            <a:lvl3pPr marL="1080135" indent="1259840">
              <a:lnSpc>
                <a:spcPct val="100000"/>
              </a:lnSpc>
              <a:spcBef>
                <a:spcPts val="1000"/>
              </a:spcBef>
              <a:buNone/>
              <a:defRPr sz="4800">
                <a:latin typeface="微软雅黑" panose="020B0503020204020204" charset="-122"/>
                <a:ea typeface="微软雅黑" panose="020B0503020204020204" charset="-122"/>
              </a:defRPr>
            </a:lvl3pPr>
            <a:lvl4pPr marL="4859655" indent="0">
              <a:buNone/>
              <a:defRPr sz="3600">
                <a:latin typeface="微软雅黑" panose="020B0503020204020204" charset="-122"/>
                <a:ea typeface="微软雅黑" panose="020B0503020204020204" charset="-122"/>
              </a:defRPr>
            </a:lvl4pPr>
            <a:lvl5pPr marL="6479540" indent="0">
              <a:buNone/>
              <a:defRPr sz="4400">
                <a:latin typeface="微软雅黑" panose="020B0503020204020204" charset="-122"/>
                <a:ea typeface="微软雅黑" panose="020B0503020204020204" charset="-122"/>
              </a:defRPr>
            </a:lvl5pPr>
          </a:lstStyle>
          <a:p>
            <a:pPr lvl="0"/>
            <a:r>
              <a:rPr lang="zh-CN" altLang="en-US" dirty="0"/>
              <a:t>节标题 </a:t>
            </a:r>
            <a:endParaRPr lang="zh-CN" altLang="en-US" dirty="0"/>
          </a:p>
          <a:p>
            <a:pPr lvl="1"/>
            <a:r>
              <a:rPr lang="zh-CN" altLang="en-US" dirty="0"/>
              <a:t>正文标题</a:t>
            </a:r>
            <a:endParaRPr lang="zh-CN" altLang="en-US" dirty="0"/>
          </a:p>
          <a:p>
            <a:pPr lvl="2"/>
            <a:r>
              <a:rPr lang="zh-CN" altLang="en-US" dirty="0"/>
              <a:t>这是正文，这是正文这是正文，这是正文这是正文，这是正文这是正文，这是正文这是正文，这是正文这是正文，这是正文这是正文，这是正文这是正文。</a:t>
            </a:r>
            <a:endParaRPr lang="en-US" altLang="zh-CN" dirty="0"/>
          </a:p>
          <a:p>
            <a:pPr lvl="2"/>
            <a:r>
              <a:rPr lang="zh-CN" altLang="en-US" dirty="0"/>
              <a:t>这是正文。</a:t>
            </a:r>
            <a:endParaRPr lang="zh-CN" altLang="en-US" dirty="0"/>
          </a:p>
        </p:txBody>
      </p:sp>
      <p:sp>
        <p:nvSpPr>
          <p:cNvPr id="23" name="文本占位符 22"/>
          <p:cNvSpPr>
            <a:spLocks noGrp="1"/>
          </p:cNvSpPr>
          <p:nvPr>
            <p:ph type="body" sz="quarter" idx="15" hasCustomPrompt="1"/>
          </p:nvPr>
        </p:nvSpPr>
        <p:spPr>
          <a:xfrm>
            <a:off x="23824036" y="9528888"/>
            <a:ext cx="3721100" cy="847179"/>
          </a:xfrm>
          <a:prstGeom prst="rect">
            <a:avLst/>
          </a:prstGeom>
        </p:spPr>
        <p:txBody>
          <a:bodyPr>
            <a:noAutofit/>
          </a:bodyPr>
          <a:lstStyle>
            <a:lvl1pPr marL="0" indent="0">
              <a:buNone/>
              <a:defRPr sz="6000" b="0">
                <a:latin typeface="微软雅黑 Light" panose="020B0502040204020203" pitchFamily="34" charset="-122"/>
                <a:ea typeface="微软雅黑 Light" panose="020B0502040204020203" pitchFamily="34" charset="-122"/>
              </a:defRPr>
            </a:lvl1pPr>
            <a:lvl2pPr marL="1619885" indent="0">
              <a:buNone/>
              <a:defRPr/>
            </a:lvl2pPr>
            <a:lvl3pPr marL="3239770" indent="0">
              <a:buNone/>
              <a:defRPr/>
            </a:lvl3pPr>
            <a:lvl4pPr marL="4859655" indent="0">
              <a:buNone/>
              <a:defRPr/>
            </a:lvl4pPr>
            <a:lvl5pPr marL="6479540" indent="0">
              <a:buNone/>
              <a:defRPr/>
            </a:lvl5pPr>
          </a:lstStyle>
          <a:p>
            <a:pPr lvl="0"/>
            <a:r>
              <a:rPr lang="zh-CN" altLang="en-US" dirty="0"/>
              <a:t>指导教师</a:t>
            </a:r>
            <a:endParaRPr lang="zh-CN" altLang="en-US" dirty="0"/>
          </a:p>
        </p:txBody>
      </p:sp>
      <p:sp>
        <p:nvSpPr>
          <p:cNvPr id="29" name="文本占位符 28"/>
          <p:cNvSpPr>
            <a:spLocks noGrp="1"/>
          </p:cNvSpPr>
          <p:nvPr>
            <p:ph type="body" sz="quarter" idx="17" hasCustomPrompt="1"/>
          </p:nvPr>
        </p:nvSpPr>
        <p:spPr>
          <a:xfrm>
            <a:off x="3864313" y="5955068"/>
            <a:ext cx="11333166" cy="1368984"/>
          </a:xfrm>
          <a:prstGeom prst="rect">
            <a:avLst/>
          </a:prstGeom>
        </p:spPr>
        <p:txBody>
          <a:bodyPr/>
          <a:lstStyle>
            <a:lvl1pPr marL="0" indent="0">
              <a:buNone/>
              <a:defRPr sz="9000">
                <a:latin typeface="微软雅黑" panose="020B0503020204020204" charset="-122"/>
                <a:ea typeface="微软雅黑" panose="020B0503020204020204" charset="-122"/>
              </a:defRPr>
            </a:lvl1pPr>
          </a:lstStyle>
          <a:p>
            <a:pPr lvl="0"/>
            <a:r>
              <a:rPr lang="en-US" altLang="zh-CN" dirty="0"/>
              <a:t>Title in English</a:t>
            </a:r>
            <a:endParaRPr lang="zh-CN" altLang="en-US" dirty="0"/>
          </a:p>
        </p:txBody>
      </p:sp>
      <p:sp>
        <p:nvSpPr>
          <p:cNvPr id="31" name="文本占位符 30"/>
          <p:cNvSpPr>
            <a:spLocks noGrp="1"/>
          </p:cNvSpPr>
          <p:nvPr>
            <p:ph type="body" sz="quarter" idx="18" hasCustomPrompt="1"/>
          </p:nvPr>
        </p:nvSpPr>
        <p:spPr>
          <a:xfrm>
            <a:off x="22834600" y="3567468"/>
            <a:ext cx="7937500" cy="1588732"/>
          </a:xfrm>
          <a:prstGeom prst="rect">
            <a:avLst/>
          </a:prstGeom>
        </p:spPr>
        <p:txBody>
          <a:bodyPr/>
          <a:lstStyle>
            <a:lvl1pPr marL="0" indent="0" algn="r">
              <a:buNone/>
              <a:defRPr sz="11000" b="1">
                <a:latin typeface="微软雅黑" panose="020B0503020204020204" charset="-122"/>
                <a:ea typeface="微软雅黑" panose="020B0503020204020204" charset="-122"/>
              </a:defRPr>
            </a:lvl1pPr>
            <a:lvl2pPr marL="1619885" indent="0">
              <a:buNone/>
              <a:defRPr/>
            </a:lvl2pPr>
            <a:lvl3pPr marL="3239770" indent="0">
              <a:buNone/>
              <a:defRPr/>
            </a:lvl3pPr>
            <a:lvl4pPr marL="4859655" indent="0">
              <a:buNone/>
              <a:defRPr/>
            </a:lvl4pPr>
            <a:lvl5pPr marL="6479540" indent="0">
              <a:buNone/>
              <a:defRPr/>
            </a:lvl5pPr>
          </a:lstStyle>
          <a:p>
            <a:pPr lvl="0"/>
            <a:r>
              <a:rPr lang="zh-CN" altLang="en-US" dirty="0"/>
              <a:t>图多实验类</a:t>
            </a:r>
            <a:endParaRPr lang="zh-CN" altLang="en-US" dirty="0"/>
          </a:p>
        </p:txBody>
      </p:sp>
      <p:sp>
        <p:nvSpPr>
          <p:cNvPr id="33" name="文本占位符 32"/>
          <p:cNvSpPr>
            <a:spLocks noGrp="1"/>
          </p:cNvSpPr>
          <p:nvPr>
            <p:ph type="body" sz="quarter" idx="19" hasCustomPrompt="1"/>
          </p:nvPr>
        </p:nvSpPr>
        <p:spPr>
          <a:xfrm>
            <a:off x="2755900" y="28124393"/>
            <a:ext cx="25936575" cy="6229755"/>
          </a:xfrm>
          <a:prstGeom prst="rect">
            <a:avLst/>
          </a:prstGeom>
        </p:spPr>
        <p:txBody>
          <a:bodyPr/>
          <a:lstStyle>
            <a:lvl1pPr marL="0" indent="0">
              <a:buNone/>
              <a:defRPr lang="zh-CN" altLang="en-US" sz="7200" b="1" kern="1200" dirty="0" smtClean="0">
                <a:solidFill>
                  <a:schemeClr val="tx1"/>
                </a:solidFill>
                <a:latin typeface="微软雅黑" panose="020B0503020204020204" charset="-122"/>
                <a:ea typeface="微软雅黑" panose="020B0503020204020204" charset="-122"/>
                <a:cs typeface="+mn-cs"/>
              </a:defRPr>
            </a:lvl1pPr>
            <a:lvl2pPr marL="1619885" indent="0">
              <a:buNone/>
              <a:defRPr lang="zh-CN" altLang="en-US" sz="6000" b="1" kern="1200" dirty="0" smtClean="0">
                <a:solidFill>
                  <a:schemeClr val="tx1"/>
                </a:solidFill>
                <a:latin typeface="微软雅黑" panose="020B0503020204020204" charset="-122"/>
                <a:ea typeface="微软雅黑" panose="020B0503020204020204" charset="-122"/>
                <a:cs typeface="+mn-cs"/>
              </a:defRPr>
            </a:lvl2pPr>
            <a:lvl3pPr marL="1080135" indent="0">
              <a:buNone/>
              <a:defRPr lang="zh-CN" altLang="en-US" sz="4800" kern="1200" dirty="0" smtClean="0">
                <a:solidFill>
                  <a:schemeClr val="tx1"/>
                </a:solidFill>
                <a:latin typeface="微软雅黑" panose="020B0503020204020204" charset="-122"/>
                <a:ea typeface="微软雅黑" panose="020B0503020204020204" charset="-122"/>
                <a:cs typeface="+mn-cs"/>
              </a:defRPr>
            </a:lvl3pPr>
            <a:lvl4pPr marL="4859655" indent="0">
              <a:buNone/>
              <a:defRPr/>
            </a:lvl4pPr>
            <a:lvl5pPr marL="6479540" indent="0">
              <a:buNone/>
              <a:defRPr/>
            </a:lvl5pPr>
          </a:lstStyle>
          <a:p>
            <a:pPr marL="0" lvl="0" indent="0" algn="l" defTabSz="3239770" rtl="0" eaLnBrk="1" latinLnBrk="0" hangingPunct="1">
              <a:lnSpc>
                <a:spcPct val="90000"/>
              </a:lnSpc>
              <a:spcBef>
                <a:spcPts val="3545"/>
              </a:spcBef>
              <a:spcAft>
                <a:spcPts val="6000"/>
              </a:spcAft>
              <a:buFont typeface="Arial" panose="020B0604020202090204" pitchFamily="34" charset="0"/>
              <a:buNone/>
            </a:pPr>
            <a:r>
              <a:rPr lang="zh-CN" altLang="en-US" dirty="0"/>
              <a:t>节标题</a:t>
            </a:r>
            <a:endParaRPr lang="zh-CN" altLang="en-US" dirty="0"/>
          </a:p>
          <a:p>
            <a:pPr marL="1080135" lvl="1" indent="0" algn="l" defTabSz="3239770" rtl="0" eaLnBrk="1" latinLnBrk="0" hangingPunct="1">
              <a:lnSpc>
                <a:spcPct val="90000"/>
              </a:lnSpc>
              <a:spcBef>
                <a:spcPts val="1770"/>
              </a:spcBef>
              <a:spcAft>
                <a:spcPts val="1000"/>
              </a:spcAft>
              <a:buFont typeface="Arial" panose="020B0604020202090204" pitchFamily="34" charset="0"/>
              <a:buNone/>
            </a:pPr>
            <a:r>
              <a:rPr lang="zh-CN" altLang="en-US" dirty="0"/>
              <a:t>正文标题</a:t>
            </a:r>
            <a:endParaRPr lang="zh-CN" altLang="en-US" dirty="0"/>
          </a:p>
          <a:p>
            <a:pPr marL="1080135" lvl="2" indent="1259840" algn="l" defTabSz="3239770" rtl="0" eaLnBrk="1" latinLnBrk="0" hangingPunct="1">
              <a:lnSpc>
                <a:spcPct val="100000"/>
              </a:lnSpc>
              <a:spcBef>
                <a:spcPts val="1000"/>
              </a:spcBef>
              <a:buFont typeface="Arial" panose="020B0604020202090204" pitchFamily="34" charset="0"/>
              <a:buNone/>
            </a:pPr>
            <a:r>
              <a:rPr lang="zh-CN" altLang="en-US" dirty="0"/>
              <a:t>这是正文，这是正文这是正文，这是正文这是正文，这是正文这是正文，这是正文这是正文，这是正文这是正文，这是正文这是正文，这是正文这是正文。</a:t>
            </a:r>
            <a:endParaRPr lang="zh-CN" altLang="en-US" dirty="0"/>
          </a:p>
          <a:p>
            <a:pPr marL="1080135" lvl="2" indent="1259840" algn="l" defTabSz="3239770" rtl="0" eaLnBrk="1" latinLnBrk="0" hangingPunct="1">
              <a:lnSpc>
                <a:spcPct val="100000"/>
              </a:lnSpc>
              <a:spcBef>
                <a:spcPts val="1000"/>
              </a:spcBef>
              <a:buFont typeface="Arial" panose="020B0604020202090204" pitchFamily="34" charset="0"/>
              <a:buNone/>
            </a:pPr>
            <a:r>
              <a:rPr lang="zh-CN" altLang="en-US" dirty="0"/>
              <a:t>这是正文。</a:t>
            </a:r>
            <a:endParaRPr lang="zh-CN" altLang="en-US" dirty="0"/>
          </a:p>
        </p:txBody>
      </p:sp>
      <p:sp>
        <p:nvSpPr>
          <p:cNvPr id="37" name="图片占位符 36"/>
          <p:cNvSpPr>
            <a:spLocks noGrp="1"/>
          </p:cNvSpPr>
          <p:nvPr>
            <p:ph type="pic" sz="quarter" idx="20" hasCustomPrompt="1"/>
          </p:nvPr>
        </p:nvSpPr>
        <p:spPr>
          <a:xfrm>
            <a:off x="11382413" y="19277012"/>
            <a:ext cx="8554562" cy="5330826"/>
          </a:xfrm>
          <a:prstGeom prst="rect">
            <a:avLst/>
          </a:prstGeom>
        </p:spPr>
        <p:txBody>
          <a:bodyPr anchor="ctr"/>
          <a:lstStyle>
            <a:lvl1pPr marL="0" indent="0" algn="ctr">
              <a:buNone/>
              <a:defRPr sz="7200">
                <a:solidFill>
                  <a:schemeClr val="bg2">
                    <a:lumMod val="90000"/>
                  </a:schemeClr>
                </a:solidFill>
              </a:defRPr>
            </a:lvl1pPr>
          </a:lstStyle>
          <a:p>
            <a:r>
              <a:rPr lang="zh-CN" altLang="en-US" dirty="0"/>
              <a:t>此处可放图片</a:t>
            </a:r>
            <a:endParaRPr lang="zh-CN" altLang="en-US" dirty="0"/>
          </a:p>
        </p:txBody>
      </p:sp>
      <p:sp>
        <p:nvSpPr>
          <p:cNvPr id="39" name="文本占位符 38"/>
          <p:cNvSpPr>
            <a:spLocks noGrp="1"/>
          </p:cNvSpPr>
          <p:nvPr>
            <p:ph type="body" sz="quarter" idx="21" hasCustomPrompt="1"/>
          </p:nvPr>
        </p:nvSpPr>
        <p:spPr>
          <a:xfrm>
            <a:off x="3813175" y="7477125"/>
            <a:ext cx="7807325" cy="1749153"/>
          </a:xfrm>
          <a:prstGeom prst="rect">
            <a:avLst/>
          </a:prstGeom>
        </p:spPr>
        <p:txBody>
          <a:bodyPr/>
          <a:lstStyle>
            <a:lvl1pPr marL="0" indent="0">
              <a:buNone/>
              <a:defRPr sz="12000" b="1">
                <a:latin typeface="微软雅黑" panose="020B0503020204020204" charset="-122"/>
                <a:ea typeface="微软雅黑" panose="020B0503020204020204" charset="-122"/>
              </a:defRPr>
            </a:lvl1pPr>
          </a:lstStyle>
          <a:p>
            <a:pPr lvl="0"/>
            <a:r>
              <a:rPr lang="zh-CN" altLang="en-US" dirty="0"/>
              <a:t>中文标题</a:t>
            </a:r>
            <a:endParaRPr lang="zh-CN" altLang="en-US" dirty="0"/>
          </a:p>
        </p:txBody>
      </p:sp>
      <p:sp>
        <p:nvSpPr>
          <p:cNvPr id="41" name="文本占位符 40"/>
          <p:cNvSpPr>
            <a:spLocks noGrp="1"/>
          </p:cNvSpPr>
          <p:nvPr>
            <p:ph type="body" sz="quarter" idx="22" hasCustomPrompt="1"/>
          </p:nvPr>
        </p:nvSpPr>
        <p:spPr>
          <a:xfrm>
            <a:off x="14386000" y="25137749"/>
            <a:ext cx="3369896" cy="725034"/>
          </a:xfrm>
          <a:prstGeom prst="rect">
            <a:avLst/>
          </a:prstGeom>
        </p:spPr>
        <p:txBody>
          <a:bodyPr/>
          <a:lstStyle>
            <a:lvl1pPr marL="0" indent="0" algn="ctr">
              <a:buNone/>
              <a:defRPr sz="4800" b="1">
                <a:latin typeface="微软雅黑" panose="020B0503020204020204" charset="-122"/>
                <a:ea typeface="微软雅黑" panose="020B0503020204020204" charset="-122"/>
              </a:defRPr>
            </a:lvl1pPr>
            <a:lvl2pPr marL="0" indent="0" algn="ctr">
              <a:lnSpc>
                <a:spcPct val="100000"/>
              </a:lnSpc>
              <a:buNone/>
              <a:defRPr>
                <a:latin typeface="微软雅黑 Light" panose="020B0502040204020203" pitchFamily="34" charset="-122"/>
                <a:ea typeface="微软雅黑 Light" panose="020B0502040204020203" pitchFamily="34" charset="-122"/>
              </a:defRPr>
            </a:lvl2pPr>
            <a:lvl3pPr marL="3239770" indent="0" algn="ctr">
              <a:buNone/>
              <a:defRPr/>
            </a:lvl3pPr>
            <a:lvl4pPr marL="4859655" indent="0" algn="ctr">
              <a:buNone/>
              <a:defRPr/>
            </a:lvl4pPr>
            <a:lvl5pPr marL="6479540" indent="0" algn="ctr">
              <a:buNone/>
              <a:defRPr/>
            </a:lvl5pPr>
          </a:lstStyle>
          <a:p>
            <a:pPr lvl="0"/>
            <a:r>
              <a:rPr lang="zh-CN" altLang="en-US" dirty="0"/>
              <a:t>图名</a:t>
            </a:r>
            <a:endParaRPr lang="zh-CN" altLang="en-US" dirty="0"/>
          </a:p>
        </p:txBody>
      </p:sp>
      <p:sp>
        <p:nvSpPr>
          <p:cNvPr id="45" name="文本占位符 44"/>
          <p:cNvSpPr>
            <a:spLocks noGrp="1"/>
          </p:cNvSpPr>
          <p:nvPr>
            <p:ph type="body" sz="quarter" idx="23" hasCustomPrompt="1"/>
          </p:nvPr>
        </p:nvSpPr>
        <p:spPr>
          <a:xfrm>
            <a:off x="13563492" y="25967295"/>
            <a:ext cx="5014912" cy="1627187"/>
          </a:xfrm>
          <a:prstGeom prst="rect">
            <a:avLst/>
          </a:prstGeom>
        </p:spPr>
        <p:txBody>
          <a:bodyPr/>
          <a:lstStyle>
            <a:lvl1pPr marL="0" indent="0" algn="ctr">
              <a:lnSpc>
                <a:spcPct val="100000"/>
              </a:lnSpc>
              <a:buNone/>
              <a:defRPr sz="3000">
                <a:latin typeface="微软雅黑 Light" panose="020B0502040204020203" pitchFamily="34" charset="-122"/>
                <a:ea typeface="微软雅黑 Light" panose="020B0502040204020203" pitchFamily="34" charset="-122"/>
              </a:defRPr>
            </a:lvl1pPr>
          </a:lstStyle>
          <a:p>
            <a:pPr lvl="0"/>
            <a:r>
              <a:rPr lang="zh-CN" altLang="en-US" dirty="0"/>
              <a:t>图注，这是图注图注，这是图图注，这是图图注，这是图图注，这是图</a:t>
            </a:r>
            <a:endParaRPr lang="zh-CN" altLang="en-US" dirty="0"/>
          </a:p>
        </p:txBody>
      </p:sp>
      <p:sp>
        <p:nvSpPr>
          <p:cNvPr id="47" name="文本占位符 40"/>
          <p:cNvSpPr>
            <a:spLocks noGrp="1"/>
          </p:cNvSpPr>
          <p:nvPr>
            <p:ph type="body" sz="quarter" idx="24" hasCustomPrompt="1"/>
          </p:nvPr>
        </p:nvSpPr>
        <p:spPr>
          <a:xfrm>
            <a:off x="5516192" y="25137749"/>
            <a:ext cx="3369896" cy="725034"/>
          </a:xfrm>
          <a:prstGeom prst="rect">
            <a:avLst/>
          </a:prstGeom>
        </p:spPr>
        <p:txBody>
          <a:bodyPr/>
          <a:lstStyle>
            <a:lvl1pPr marL="0" indent="0" algn="ctr">
              <a:buNone/>
              <a:defRPr sz="4800" b="1">
                <a:latin typeface="微软雅黑" panose="020B0503020204020204" charset="-122"/>
                <a:ea typeface="微软雅黑" panose="020B0503020204020204" charset="-122"/>
              </a:defRPr>
            </a:lvl1pPr>
            <a:lvl2pPr marL="0" indent="0" algn="ctr">
              <a:lnSpc>
                <a:spcPct val="100000"/>
              </a:lnSpc>
              <a:buNone/>
              <a:defRPr>
                <a:latin typeface="微软雅黑 Light" panose="020B0502040204020203" pitchFamily="34" charset="-122"/>
                <a:ea typeface="微软雅黑 Light" panose="020B0502040204020203" pitchFamily="34" charset="-122"/>
              </a:defRPr>
            </a:lvl2pPr>
            <a:lvl3pPr marL="3239770" indent="0" algn="ctr">
              <a:buNone/>
              <a:defRPr/>
            </a:lvl3pPr>
            <a:lvl4pPr marL="4859655" indent="0" algn="ctr">
              <a:buNone/>
              <a:defRPr/>
            </a:lvl4pPr>
            <a:lvl5pPr marL="6479540" indent="0" algn="ctr">
              <a:buNone/>
              <a:defRPr/>
            </a:lvl5pPr>
          </a:lstStyle>
          <a:p>
            <a:pPr lvl="0"/>
            <a:r>
              <a:rPr lang="zh-CN" altLang="en-US" dirty="0"/>
              <a:t>图名</a:t>
            </a:r>
            <a:endParaRPr lang="zh-CN" altLang="en-US" dirty="0"/>
          </a:p>
        </p:txBody>
      </p:sp>
      <p:sp>
        <p:nvSpPr>
          <p:cNvPr id="48" name="文本占位符 44"/>
          <p:cNvSpPr>
            <a:spLocks noGrp="1"/>
          </p:cNvSpPr>
          <p:nvPr>
            <p:ph type="body" sz="quarter" idx="25" hasCustomPrompt="1"/>
          </p:nvPr>
        </p:nvSpPr>
        <p:spPr>
          <a:xfrm>
            <a:off x="4693684" y="25967295"/>
            <a:ext cx="5014912" cy="1627187"/>
          </a:xfrm>
          <a:prstGeom prst="rect">
            <a:avLst/>
          </a:prstGeom>
        </p:spPr>
        <p:txBody>
          <a:bodyPr/>
          <a:lstStyle>
            <a:lvl1pPr marL="0" indent="0" algn="ctr">
              <a:lnSpc>
                <a:spcPct val="100000"/>
              </a:lnSpc>
              <a:buNone/>
              <a:defRPr sz="3000">
                <a:latin typeface="微软雅黑 Light" panose="020B0502040204020203" pitchFamily="34" charset="-122"/>
                <a:ea typeface="微软雅黑 Light" panose="020B0502040204020203" pitchFamily="34" charset="-122"/>
              </a:defRPr>
            </a:lvl1pPr>
          </a:lstStyle>
          <a:p>
            <a:pPr lvl="0"/>
            <a:r>
              <a:rPr lang="zh-CN" altLang="en-US" dirty="0"/>
              <a:t>图注，这是图注图注，这是图图注，这是图图注，这是图图注，这是图</a:t>
            </a:r>
            <a:endParaRPr lang="zh-CN" altLang="en-US" dirty="0"/>
          </a:p>
        </p:txBody>
      </p:sp>
      <p:sp>
        <p:nvSpPr>
          <p:cNvPr id="49" name="文本占位符 40"/>
          <p:cNvSpPr>
            <a:spLocks noGrp="1"/>
          </p:cNvSpPr>
          <p:nvPr>
            <p:ph type="body" sz="quarter" idx="26" hasCustomPrompt="1"/>
          </p:nvPr>
        </p:nvSpPr>
        <p:spPr>
          <a:xfrm>
            <a:off x="23255808" y="25137749"/>
            <a:ext cx="3369896" cy="725034"/>
          </a:xfrm>
          <a:prstGeom prst="rect">
            <a:avLst/>
          </a:prstGeom>
        </p:spPr>
        <p:txBody>
          <a:bodyPr/>
          <a:lstStyle>
            <a:lvl1pPr marL="0" indent="0" algn="ctr">
              <a:buNone/>
              <a:defRPr sz="4800" b="1">
                <a:latin typeface="微软雅黑" panose="020B0503020204020204" charset="-122"/>
                <a:ea typeface="微软雅黑" panose="020B0503020204020204" charset="-122"/>
              </a:defRPr>
            </a:lvl1pPr>
            <a:lvl2pPr marL="0" indent="0" algn="ctr">
              <a:lnSpc>
                <a:spcPct val="100000"/>
              </a:lnSpc>
              <a:buNone/>
              <a:defRPr>
                <a:latin typeface="微软雅黑 Light" panose="020B0502040204020203" pitchFamily="34" charset="-122"/>
                <a:ea typeface="微软雅黑 Light" panose="020B0502040204020203" pitchFamily="34" charset="-122"/>
              </a:defRPr>
            </a:lvl2pPr>
            <a:lvl3pPr marL="3239770" indent="0" algn="ctr">
              <a:buNone/>
              <a:defRPr/>
            </a:lvl3pPr>
            <a:lvl4pPr marL="4859655" indent="0" algn="ctr">
              <a:buNone/>
              <a:defRPr/>
            </a:lvl4pPr>
            <a:lvl5pPr marL="6479540" indent="0" algn="ctr">
              <a:buNone/>
              <a:defRPr/>
            </a:lvl5pPr>
          </a:lstStyle>
          <a:p>
            <a:pPr lvl="0"/>
            <a:r>
              <a:rPr lang="zh-CN" altLang="en-US" dirty="0"/>
              <a:t>图名</a:t>
            </a:r>
            <a:endParaRPr lang="zh-CN" altLang="en-US" dirty="0"/>
          </a:p>
        </p:txBody>
      </p:sp>
      <p:sp>
        <p:nvSpPr>
          <p:cNvPr id="50" name="文本占位符 44"/>
          <p:cNvSpPr>
            <a:spLocks noGrp="1"/>
          </p:cNvSpPr>
          <p:nvPr>
            <p:ph type="body" sz="quarter" idx="27" hasCustomPrompt="1"/>
          </p:nvPr>
        </p:nvSpPr>
        <p:spPr>
          <a:xfrm>
            <a:off x="22433300" y="25967295"/>
            <a:ext cx="5014912" cy="1627187"/>
          </a:xfrm>
          <a:prstGeom prst="rect">
            <a:avLst/>
          </a:prstGeom>
        </p:spPr>
        <p:txBody>
          <a:bodyPr/>
          <a:lstStyle>
            <a:lvl1pPr marL="0" indent="0" algn="ctr">
              <a:lnSpc>
                <a:spcPct val="100000"/>
              </a:lnSpc>
              <a:buNone/>
              <a:defRPr sz="3000">
                <a:latin typeface="微软雅黑 Light" panose="020B0502040204020203" pitchFamily="34" charset="-122"/>
                <a:ea typeface="微软雅黑 Light" panose="020B0502040204020203" pitchFamily="34" charset="-122"/>
              </a:defRPr>
            </a:lvl1pPr>
          </a:lstStyle>
          <a:p>
            <a:pPr lvl="0"/>
            <a:r>
              <a:rPr lang="zh-CN" altLang="en-US" dirty="0"/>
              <a:t>图注，这是图注图注，这是图图注，这是图图注，这是图图注，这是图</a:t>
            </a:r>
            <a:endParaRPr lang="zh-CN" altLang="en-US" dirty="0"/>
          </a:p>
        </p:txBody>
      </p:sp>
      <p:sp>
        <p:nvSpPr>
          <p:cNvPr id="51" name="图片占位符 36"/>
          <p:cNvSpPr>
            <a:spLocks noGrp="1"/>
          </p:cNvSpPr>
          <p:nvPr>
            <p:ph type="pic" sz="quarter" idx="28" hasCustomPrompt="1"/>
          </p:nvPr>
        </p:nvSpPr>
        <p:spPr>
          <a:xfrm>
            <a:off x="3994150" y="19277012"/>
            <a:ext cx="6497066" cy="5330826"/>
          </a:xfrm>
          <a:prstGeom prst="rect">
            <a:avLst/>
          </a:prstGeom>
        </p:spPr>
        <p:txBody>
          <a:bodyPr anchor="ctr"/>
          <a:lstStyle>
            <a:lvl1pPr marL="0" indent="0" algn="ctr">
              <a:buNone/>
              <a:defRPr sz="7200">
                <a:solidFill>
                  <a:schemeClr val="bg2">
                    <a:lumMod val="90000"/>
                  </a:schemeClr>
                </a:solidFill>
              </a:defRPr>
            </a:lvl1pPr>
          </a:lstStyle>
          <a:p>
            <a:r>
              <a:rPr lang="zh-CN" altLang="en-US" dirty="0"/>
              <a:t>此处可放图片</a:t>
            </a:r>
            <a:endParaRPr lang="zh-CN" altLang="en-US" dirty="0"/>
          </a:p>
        </p:txBody>
      </p:sp>
      <p:sp>
        <p:nvSpPr>
          <p:cNvPr id="52" name="图片占位符 36"/>
          <p:cNvSpPr>
            <a:spLocks noGrp="1"/>
          </p:cNvSpPr>
          <p:nvPr>
            <p:ph type="pic" sz="quarter" idx="29" hasCustomPrompt="1"/>
          </p:nvPr>
        </p:nvSpPr>
        <p:spPr>
          <a:xfrm>
            <a:off x="20828172" y="19277012"/>
            <a:ext cx="7576966" cy="5330826"/>
          </a:xfrm>
          <a:prstGeom prst="rect">
            <a:avLst/>
          </a:prstGeom>
        </p:spPr>
        <p:txBody>
          <a:bodyPr anchor="ctr"/>
          <a:lstStyle>
            <a:lvl1pPr marL="0" indent="0" algn="ctr">
              <a:buNone/>
              <a:defRPr sz="7200">
                <a:solidFill>
                  <a:schemeClr val="bg2">
                    <a:lumMod val="90000"/>
                  </a:schemeClr>
                </a:solidFill>
              </a:defRPr>
            </a:lvl1pPr>
          </a:lstStyle>
          <a:p>
            <a:r>
              <a:rPr lang="zh-CN" altLang="en-US" dirty="0"/>
              <a:t>此处可放图片</a:t>
            </a:r>
            <a:endParaRPr lang="zh-CN" altLang="en-US" dirty="0"/>
          </a:p>
        </p:txBody>
      </p:sp>
      <p:sp>
        <p:nvSpPr>
          <p:cNvPr id="53" name="图片占位符 36"/>
          <p:cNvSpPr>
            <a:spLocks noGrp="1"/>
          </p:cNvSpPr>
          <p:nvPr>
            <p:ph type="pic" sz="quarter" idx="30" hasCustomPrompt="1"/>
          </p:nvPr>
        </p:nvSpPr>
        <p:spPr>
          <a:xfrm>
            <a:off x="3994150" y="34939284"/>
            <a:ext cx="24447500" cy="4146452"/>
          </a:xfrm>
          <a:prstGeom prst="rect">
            <a:avLst/>
          </a:prstGeom>
        </p:spPr>
        <p:txBody>
          <a:bodyPr anchor="ctr"/>
          <a:lstStyle>
            <a:lvl1pPr marL="0" indent="0" algn="ctr">
              <a:buNone/>
              <a:defRPr sz="7200">
                <a:solidFill>
                  <a:schemeClr val="bg2">
                    <a:lumMod val="90000"/>
                  </a:schemeClr>
                </a:solidFill>
              </a:defRPr>
            </a:lvl1pPr>
          </a:lstStyle>
          <a:p>
            <a:r>
              <a:rPr lang="zh-CN" altLang="en-US" dirty="0"/>
              <a:t>此处可放图片，注意图片边界不宜超过参考线</a:t>
            </a:r>
            <a:endParaRPr lang="zh-CN" altLang="en-US" dirty="0"/>
          </a:p>
        </p:txBody>
      </p:sp>
      <p:sp>
        <p:nvSpPr>
          <p:cNvPr id="54" name="文本占位符 40"/>
          <p:cNvSpPr>
            <a:spLocks noGrp="1"/>
          </p:cNvSpPr>
          <p:nvPr>
            <p:ph type="body" sz="quarter" idx="31" hasCustomPrompt="1"/>
          </p:nvPr>
        </p:nvSpPr>
        <p:spPr>
          <a:xfrm>
            <a:off x="14584082" y="39564712"/>
            <a:ext cx="3369896" cy="725034"/>
          </a:xfrm>
          <a:prstGeom prst="rect">
            <a:avLst/>
          </a:prstGeom>
        </p:spPr>
        <p:txBody>
          <a:bodyPr/>
          <a:lstStyle>
            <a:lvl1pPr marL="0" indent="0" algn="ctr">
              <a:buNone/>
              <a:defRPr sz="4800" b="1">
                <a:latin typeface="微软雅黑" panose="020B0503020204020204" charset="-122"/>
                <a:ea typeface="微软雅黑" panose="020B0503020204020204" charset="-122"/>
              </a:defRPr>
            </a:lvl1pPr>
            <a:lvl2pPr marL="0" indent="0" algn="ctr">
              <a:lnSpc>
                <a:spcPct val="100000"/>
              </a:lnSpc>
              <a:buNone/>
              <a:defRPr>
                <a:latin typeface="微软雅黑 Light" panose="020B0502040204020203" pitchFamily="34" charset="-122"/>
                <a:ea typeface="微软雅黑 Light" panose="020B0502040204020203" pitchFamily="34" charset="-122"/>
              </a:defRPr>
            </a:lvl2pPr>
            <a:lvl3pPr marL="3239770" indent="0" algn="ctr">
              <a:buNone/>
              <a:defRPr/>
            </a:lvl3pPr>
            <a:lvl4pPr marL="4859655" indent="0" algn="ctr">
              <a:buNone/>
              <a:defRPr/>
            </a:lvl4pPr>
            <a:lvl5pPr marL="6479540" indent="0" algn="ctr">
              <a:buNone/>
              <a:defRPr/>
            </a:lvl5pPr>
          </a:lstStyle>
          <a:p>
            <a:pPr lvl="0"/>
            <a:r>
              <a:rPr lang="zh-CN" altLang="en-US" dirty="0"/>
              <a:t>图名</a:t>
            </a:r>
            <a:endParaRPr lang="zh-CN" altLang="en-US" dirty="0"/>
          </a:p>
        </p:txBody>
      </p:sp>
      <p:sp>
        <p:nvSpPr>
          <p:cNvPr id="55" name="文本占位符 44"/>
          <p:cNvSpPr>
            <a:spLocks noGrp="1"/>
          </p:cNvSpPr>
          <p:nvPr>
            <p:ph type="body" sz="quarter" idx="32" hasCustomPrompt="1"/>
          </p:nvPr>
        </p:nvSpPr>
        <p:spPr>
          <a:xfrm>
            <a:off x="5089848" y="40394258"/>
            <a:ext cx="22358364" cy="1627187"/>
          </a:xfrm>
          <a:prstGeom prst="rect">
            <a:avLst/>
          </a:prstGeom>
        </p:spPr>
        <p:txBody>
          <a:bodyPr/>
          <a:lstStyle>
            <a:lvl1pPr marL="0" indent="0" algn="ctr">
              <a:lnSpc>
                <a:spcPct val="100000"/>
              </a:lnSpc>
              <a:buNone/>
              <a:defRPr sz="3000">
                <a:latin typeface="微软雅黑 Light" panose="020B0502040204020203" pitchFamily="34" charset="-122"/>
                <a:ea typeface="微软雅黑 Light" panose="020B0502040204020203" pitchFamily="34" charset="-122"/>
              </a:defRPr>
            </a:lvl1pPr>
          </a:lstStyle>
          <a:p>
            <a:pPr marL="0" marR="0" lvl="0" indent="0" algn="ctr" defTabSz="3239770" rtl="0" eaLnBrk="1" fontAlgn="auto" latinLnBrk="0" hangingPunct="1">
              <a:lnSpc>
                <a:spcPct val="100000"/>
              </a:lnSpc>
              <a:spcBef>
                <a:spcPts val="3545"/>
              </a:spcBef>
              <a:spcAft>
                <a:spcPts val="0"/>
              </a:spcAft>
              <a:buClrTx/>
              <a:buSzTx/>
              <a:buFont typeface="Arial" panose="020B0604020202090204" pitchFamily="34" charset="0"/>
              <a:buNone/>
              <a:defRPr/>
            </a:pPr>
            <a:r>
              <a:rPr lang="zh-CN" altLang="en-US" dirty="0"/>
              <a:t>图注，这是图注图注，这是图图注，这是图图注，这是图图注，这是图图注，这是图注图注，这是图图注，这是图图注，这是图图注，这是图注，这是图注图注，这是图图注，这是图图注，这是图图注，这是图图注，这是图注图注，这是图图注，这是图图注，这是图图注，这是图图注，这是图注图注，这是图图注，这是图图注，这是图图注，这是图</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图少字多用这个">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181269" y="9519263"/>
            <a:ext cx="13290637" cy="941556"/>
          </a:xfrm>
          <a:prstGeom prst="rect">
            <a:avLst/>
          </a:prstGeom>
        </p:spPr>
        <p:txBody>
          <a:bodyPr>
            <a:noAutofit/>
          </a:bodyPr>
          <a:lstStyle>
            <a:lvl1pPr>
              <a:defRPr sz="6000" b="0">
                <a:latin typeface="微软雅黑 Light" panose="020B0502040204020203" pitchFamily="34" charset="-122"/>
                <a:ea typeface="微软雅黑 Light" panose="020B0502040204020203" pitchFamily="34" charset="-122"/>
              </a:defRPr>
            </a:lvl1pPr>
          </a:lstStyle>
          <a:p>
            <a:r>
              <a:rPr lang="zh-CN" altLang="en-US" dirty="0"/>
              <a:t>作者</a:t>
            </a:r>
            <a:r>
              <a:rPr lang="en-US" altLang="zh-CN" dirty="0"/>
              <a:t>1</a:t>
            </a:r>
            <a:r>
              <a:rPr lang="zh-CN" altLang="en-US" dirty="0"/>
              <a:t> 作者</a:t>
            </a:r>
            <a:r>
              <a:rPr lang="en-US" altLang="zh-CN" dirty="0"/>
              <a:t>2</a:t>
            </a:r>
            <a:r>
              <a:rPr lang="zh-CN" altLang="en-US" dirty="0"/>
              <a:t> 作者</a:t>
            </a:r>
            <a:r>
              <a:rPr lang="en-US" altLang="zh-CN" dirty="0"/>
              <a:t>3</a:t>
            </a:r>
            <a:r>
              <a:rPr lang="zh-CN" altLang="en-US" dirty="0"/>
              <a:t> 作者</a:t>
            </a:r>
            <a:r>
              <a:rPr lang="en-US" altLang="zh-CN" dirty="0"/>
              <a:t>4 </a:t>
            </a:r>
            <a:r>
              <a:rPr lang="zh-CN" altLang="en-US" dirty="0"/>
              <a:t>作者</a:t>
            </a:r>
            <a:r>
              <a:rPr lang="en-US" altLang="zh-CN" dirty="0"/>
              <a:t>5 </a:t>
            </a:r>
            <a:r>
              <a:rPr lang="zh-CN" altLang="en-US" dirty="0"/>
              <a:t>作者</a:t>
            </a:r>
            <a:r>
              <a:rPr lang="en-US" altLang="zh-CN" dirty="0"/>
              <a:t>6</a:t>
            </a:r>
            <a:endParaRPr lang="en-US" dirty="0"/>
          </a:p>
        </p:txBody>
      </p:sp>
      <p:sp>
        <p:nvSpPr>
          <p:cNvPr id="3" name="Content Placeholder 2"/>
          <p:cNvSpPr>
            <a:spLocks noGrp="1"/>
          </p:cNvSpPr>
          <p:nvPr>
            <p:ph idx="1" hasCustomPrompt="1"/>
          </p:nvPr>
        </p:nvSpPr>
        <p:spPr>
          <a:xfrm>
            <a:off x="2756172" y="12363044"/>
            <a:ext cx="13004528" cy="21991103"/>
          </a:xfrm>
          <a:prstGeom prst="rect">
            <a:avLst/>
          </a:prstGeom>
        </p:spPr>
        <p:txBody>
          <a:bodyPr>
            <a:normAutofit/>
          </a:bodyPr>
          <a:lstStyle>
            <a:lvl1pPr marL="0" indent="0">
              <a:spcAft>
                <a:spcPts val="6000"/>
              </a:spcAft>
              <a:buNone/>
              <a:defRPr sz="7200" b="1">
                <a:latin typeface="微软雅黑" panose="020B0503020204020204" charset="-122"/>
                <a:ea typeface="微软雅黑" panose="020B0503020204020204" charset="-122"/>
              </a:defRPr>
            </a:lvl1pPr>
            <a:lvl2pPr marL="1080135" indent="0">
              <a:spcAft>
                <a:spcPts val="1000"/>
              </a:spcAft>
              <a:buNone/>
              <a:defRPr sz="6000" b="1">
                <a:latin typeface="微软雅黑" panose="020B0503020204020204" charset="-122"/>
                <a:ea typeface="微软雅黑" panose="020B0503020204020204" charset="-122"/>
              </a:defRPr>
            </a:lvl2pPr>
            <a:lvl3pPr marL="1080135" indent="1043940">
              <a:lnSpc>
                <a:spcPct val="105000"/>
              </a:lnSpc>
              <a:spcBef>
                <a:spcPts val="900"/>
              </a:spcBef>
              <a:buNone/>
              <a:defRPr sz="4000">
                <a:latin typeface="微软雅黑" panose="020B0503020204020204" charset="-122"/>
                <a:ea typeface="微软雅黑" panose="020B0503020204020204" charset="-122"/>
              </a:defRPr>
            </a:lvl3pPr>
            <a:lvl4pPr marL="4859655" indent="0">
              <a:buNone/>
              <a:defRPr sz="3600">
                <a:latin typeface="微软雅黑" panose="020B0503020204020204" charset="-122"/>
                <a:ea typeface="微软雅黑" panose="020B0503020204020204" charset="-122"/>
              </a:defRPr>
            </a:lvl4pPr>
            <a:lvl5pPr marL="6479540" indent="0">
              <a:buNone/>
              <a:defRPr sz="4400">
                <a:latin typeface="微软雅黑" panose="020B0503020204020204" charset="-122"/>
                <a:ea typeface="微软雅黑" panose="020B0503020204020204" charset="-122"/>
              </a:defRPr>
            </a:lvl5pPr>
          </a:lstStyle>
          <a:p>
            <a:pPr lvl="0"/>
            <a:r>
              <a:rPr lang="zh-CN" altLang="en-US" dirty="0"/>
              <a:t>节标题</a:t>
            </a:r>
            <a:r>
              <a:rPr lang="en-US" altLang="zh-CN" dirty="0"/>
              <a:t>1</a:t>
            </a:r>
            <a:r>
              <a:rPr lang="zh-CN" altLang="en-US" dirty="0"/>
              <a:t> </a:t>
            </a:r>
            <a:endParaRPr lang="zh-CN" altLang="en-US" dirty="0"/>
          </a:p>
          <a:p>
            <a:pPr lvl="1"/>
            <a:r>
              <a:rPr lang="zh-CN" altLang="en-US" dirty="0"/>
              <a:t>正文标题</a:t>
            </a:r>
            <a:r>
              <a:rPr lang="en-US" altLang="zh-CN" dirty="0"/>
              <a:t>1</a:t>
            </a:r>
            <a:endParaRPr lang="zh-CN" altLang="en-US" dirty="0"/>
          </a:p>
          <a:p>
            <a:pPr lvl="2"/>
            <a:r>
              <a:rPr lang="zh-CN" altLang="en-US" dirty="0"/>
              <a:t>这是正文，这是正文这是正文，这是正文这是正文，这是正文这是正文，这是正文这是正文，这是正文这是正文，这是正文这是正文，这是正文这是正文。</a:t>
            </a:r>
            <a:endParaRPr lang="en-US" altLang="zh-CN" dirty="0"/>
          </a:p>
          <a:p>
            <a:pPr lvl="2"/>
            <a:r>
              <a:rPr lang="zh-CN" altLang="en-US" dirty="0"/>
              <a:t>这是正文。这是正文，这是正文这是正文，这是正文这是正文，这是正文这是正文，这是正文这是正文，这是正文这是正文，这是正文这是正文，这是正文这是正文。</a:t>
            </a:r>
            <a:endParaRPr lang="en-US" altLang="zh-CN" dirty="0"/>
          </a:p>
          <a:p>
            <a:pPr lvl="2"/>
            <a:r>
              <a:rPr lang="zh-CN" altLang="en-US" dirty="0"/>
              <a:t>这是正文。</a:t>
            </a:r>
            <a:endParaRPr lang="zh-CN" altLang="en-US" dirty="0"/>
          </a:p>
          <a:p>
            <a:pPr lvl="2"/>
            <a:r>
              <a:rPr lang="zh-CN" altLang="en-US" dirty="0"/>
              <a:t>这是正文，这是正文这是正文，这是正文这是正文，这是正文这是正文，这是正文这是正文，这是正文这是正文，这是正文这是正文，这是正文这是正文。</a:t>
            </a:r>
            <a:endParaRPr lang="en-US" altLang="zh-CN" dirty="0"/>
          </a:p>
          <a:p>
            <a:pPr lvl="2"/>
            <a:r>
              <a:rPr lang="zh-CN" altLang="en-US" dirty="0"/>
              <a:t>这是正文。</a:t>
            </a:r>
            <a:endParaRPr lang="zh-CN" altLang="en-US" dirty="0"/>
          </a:p>
          <a:p>
            <a:pPr lvl="2"/>
            <a:r>
              <a:rPr lang="zh-CN" altLang="en-US" dirty="0"/>
              <a:t>这是正文，这是正文这是正文，这是正文这是正文，这是正文这是正文，这是正文这是正文，这是正文这是正文，这是正文这是正文，这是正文这是正文。</a:t>
            </a:r>
            <a:endParaRPr lang="en-US" altLang="zh-CN" dirty="0"/>
          </a:p>
          <a:p>
            <a:pPr lvl="2"/>
            <a:r>
              <a:rPr lang="zh-CN" altLang="en-US" dirty="0"/>
              <a:t>这是正文。</a:t>
            </a:r>
            <a:endParaRPr lang="en-US" altLang="zh-CN" dirty="0"/>
          </a:p>
          <a:p>
            <a:pPr lvl="2"/>
            <a:r>
              <a:rPr lang="zh-CN" altLang="en-US" dirty="0"/>
              <a:t>这是正文。</a:t>
            </a:r>
            <a:endParaRPr lang="zh-CN" altLang="en-US" dirty="0"/>
          </a:p>
          <a:p>
            <a:pPr lvl="2"/>
            <a:r>
              <a:rPr lang="zh-CN" altLang="en-US" dirty="0"/>
              <a:t>这是正文，这是正文这是正文，这是正文这是正文，这是正文这是正文，这是正文这是正文，这是正文这是正文，这是正文这是正文，这是正文这是正文。</a:t>
            </a:r>
            <a:endParaRPr lang="en-US" altLang="zh-CN" dirty="0"/>
          </a:p>
          <a:p>
            <a:pPr lvl="2"/>
            <a:r>
              <a:rPr lang="zh-CN" altLang="en-US" dirty="0"/>
              <a:t>这是正文。</a:t>
            </a:r>
            <a:endParaRPr lang="zh-CN" altLang="en-US" dirty="0"/>
          </a:p>
          <a:p>
            <a:pPr lvl="2"/>
            <a:r>
              <a:rPr lang="zh-CN" altLang="en-US" dirty="0"/>
              <a:t>这是正文，这是正文这是正文，这是正文这是正文，这是正文这是正文，这是正文这是正文，这是正文这是正文，这是正文这是正文，这是正文这是正文。</a:t>
            </a:r>
            <a:endParaRPr lang="en-US" altLang="zh-CN" dirty="0"/>
          </a:p>
          <a:p>
            <a:pPr lvl="2"/>
            <a:r>
              <a:rPr lang="zh-CN" altLang="en-US" dirty="0"/>
              <a:t>这是正文。这是正文。</a:t>
            </a:r>
            <a:endParaRPr lang="zh-CN" altLang="en-US" dirty="0"/>
          </a:p>
          <a:p>
            <a:pPr lvl="2"/>
            <a:r>
              <a:rPr lang="zh-CN" altLang="en-US" dirty="0"/>
              <a:t>这是正文。</a:t>
            </a:r>
            <a:endParaRPr lang="zh-CN" altLang="en-US" dirty="0"/>
          </a:p>
        </p:txBody>
      </p:sp>
      <p:sp>
        <p:nvSpPr>
          <p:cNvPr id="23" name="文本占位符 22"/>
          <p:cNvSpPr>
            <a:spLocks noGrp="1"/>
          </p:cNvSpPr>
          <p:nvPr>
            <p:ph type="body" sz="quarter" idx="15" hasCustomPrompt="1"/>
          </p:nvPr>
        </p:nvSpPr>
        <p:spPr>
          <a:xfrm>
            <a:off x="23824036" y="9528888"/>
            <a:ext cx="3721100" cy="847179"/>
          </a:xfrm>
          <a:prstGeom prst="rect">
            <a:avLst/>
          </a:prstGeom>
        </p:spPr>
        <p:txBody>
          <a:bodyPr>
            <a:noAutofit/>
          </a:bodyPr>
          <a:lstStyle>
            <a:lvl1pPr marL="0" indent="0">
              <a:buNone/>
              <a:defRPr sz="6000" b="0">
                <a:latin typeface="微软雅黑 Light" panose="020B0502040204020203" pitchFamily="34" charset="-122"/>
                <a:ea typeface="微软雅黑 Light" panose="020B0502040204020203" pitchFamily="34" charset="-122"/>
              </a:defRPr>
            </a:lvl1pPr>
            <a:lvl2pPr marL="1619885" indent="0">
              <a:buNone/>
              <a:defRPr/>
            </a:lvl2pPr>
            <a:lvl3pPr marL="3239770" indent="0">
              <a:buNone/>
              <a:defRPr/>
            </a:lvl3pPr>
            <a:lvl4pPr marL="4859655" indent="0">
              <a:buNone/>
              <a:defRPr/>
            </a:lvl4pPr>
            <a:lvl5pPr marL="6479540" indent="0">
              <a:buNone/>
              <a:defRPr/>
            </a:lvl5pPr>
          </a:lstStyle>
          <a:p>
            <a:pPr lvl="0"/>
            <a:r>
              <a:rPr lang="zh-CN" altLang="en-US" dirty="0"/>
              <a:t>指导教师</a:t>
            </a:r>
            <a:endParaRPr lang="zh-CN" altLang="en-US" dirty="0"/>
          </a:p>
        </p:txBody>
      </p:sp>
      <p:sp>
        <p:nvSpPr>
          <p:cNvPr id="29" name="文本占位符 28"/>
          <p:cNvSpPr>
            <a:spLocks noGrp="1"/>
          </p:cNvSpPr>
          <p:nvPr>
            <p:ph type="body" sz="quarter" idx="17" hasCustomPrompt="1"/>
          </p:nvPr>
        </p:nvSpPr>
        <p:spPr>
          <a:xfrm>
            <a:off x="3864313" y="5955068"/>
            <a:ext cx="11333166" cy="1368984"/>
          </a:xfrm>
          <a:prstGeom prst="rect">
            <a:avLst/>
          </a:prstGeom>
        </p:spPr>
        <p:txBody>
          <a:bodyPr/>
          <a:lstStyle>
            <a:lvl1pPr marL="0" indent="0">
              <a:buNone/>
              <a:defRPr sz="9000">
                <a:latin typeface="微软雅黑" panose="020B0503020204020204" charset="-122"/>
                <a:ea typeface="微软雅黑" panose="020B0503020204020204" charset="-122"/>
              </a:defRPr>
            </a:lvl1pPr>
          </a:lstStyle>
          <a:p>
            <a:pPr lvl="0"/>
            <a:r>
              <a:rPr lang="en-US" altLang="zh-CN" dirty="0"/>
              <a:t>Title in English</a:t>
            </a:r>
            <a:endParaRPr lang="zh-CN" altLang="en-US" dirty="0"/>
          </a:p>
        </p:txBody>
      </p:sp>
      <p:sp>
        <p:nvSpPr>
          <p:cNvPr id="31" name="文本占位符 30"/>
          <p:cNvSpPr>
            <a:spLocks noGrp="1"/>
          </p:cNvSpPr>
          <p:nvPr>
            <p:ph type="body" sz="quarter" idx="18" hasCustomPrompt="1"/>
          </p:nvPr>
        </p:nvSpPr>
        <p:spPr>
          <a:xfrm>
            <a:off x="22834600" y="3567468"/>
            <a:ext cx="7937500" cy="1588732"/>
          </a:xfrm>
          <a:prstGeom prst="rect">
            <a:avLst/>
          </a:prstGeom>
        </p:spPr>
        <p:txBody>
          <a:bodyPr/>
          <a:lstStyle>
            <a:lvl1pPr marL="0" indent="0" algn="r">
              <a:buNone/>
              <a:defRPr sz="11000" b="1">
                <a:latin typeface="微软雅黑" panose="020B0503020204020204" charset="-122"/>
                <a:ea typeface="微软雅黑" panose="020B0503020204020204" charset="-122"/>
              </a:defRPr>
            </a:lvl1pPr>
            <a:lvl2pPr marL="1619885" indent="0">
              <a:buNone/>
              <a:defRPr/>
            </a:lvl2pPr>
            <a:lvl3pPr marL="3239770" indent="0">
              <a:buNone/>
              <a:defRPr/>
            </a:lvl3pPr>
            <a:lvl4pPr marL="4859655" indent="0">
              <a:buNone/>
              <a:defRPr/>
            </a:lvl4pPr>
            <a:lvl5pPr marL="6479540" indent="0">
              <a:buNone/>
              <a:defRPr/>
            </a:lvl5pPr>
          </a:lstStyle>
          <a:p>
            <a:pPr lvl="0"/>
            <a:r>
              <a:rPr lang="zh-CN" altLang="en-US" dirty="0"/>
              <a:t>字多论述类</a:t>
            </a:r>
            <a:endParaRPr lang="zh-CN" altLang="en-US" dirty="0"/>
          </a:p>
        </p:txBody>
      </p:sp>
      <p:sp>
        <p:nvSpPr>
          <p:cNvPr id="39" name="文本占位符 38"/>
          <p:cNvSpPr>
            <a:spLocks noGrp="1"/>
          </p:cNvSpPr>
          <p:nvPr>
            <p:ph type="body" sz="quarter" idx="21" hasCustomPrompt="1"/>
          </p:nvPr>
        </p:nvSpPr>
        <p:spPr>
          <a:xfrm>
            <a:off x="3813175" y="7477125"/>
            <a:ext cx="7807325" cy="1749153"/>
          </a:xfrm>
          <a:prstGeom prst="rect">
            <a:avLst/>
          </a:prstGeom>
        </p:spPr>
        <p:txBody>
          <a:bodyPr/>
          <a:lstStyle>
            <a:lvl1pPr marL="0" indent="0">
              <a:buNone/>
              <a:defRPr sz="12000" b="1">
                <a:latin typeface="微软雅黑" panose="020B0503020204020204" charset="-122"/>
                <a:ea typeface="微软雅黑" panose="020B0503020204020204" charset="-122"/>
              </a:defRPr>
            </a:lvl1pPr>
          </a:lstStyle>
          <a:p>
            <a:pPr lvl="0"/>
            <a:r>
              <a:rPr lang="zh-CN" altLang="en-US" dirty="0"/>
              <a:t>中文标题</a:t>
            </a:r>
            <a:endParaRPr lang="zh-CN" altLang="en-US" dirty="0"/>
          </a:p>
        </p:txBody>
      </p:sp>
      <p:sp>
        <p:nvSpPr>
          <p:cNvPr id="53" name="图片占位符 36"/>
          <p:cNvSpPr>
            <a:spLocks noGrp="1"/>
          </p:cNvSpPr>
          <p:nvPr>
            <p:ph type="pic" sz="quarter" idx="30" hasCustomPrompt="1"/>
          </p:nvPr>
        </p:nvSpPr>
        <p:spPr>
          <a:xfrm>
            <a:off x="3994150" y="34939284"/>
            <a:ext cx="24482426" cy="4146452"/>
          </a:xfrm>
          <a:prstGeom prst="rect">
            <a:avLst/>
          </a:prstGeom>
        </p:spPr>
        <p:txBody>
          <a:bodyPr anchor="ctr"/>
          <a:lstStyle>
            <a:lvl1pPr marL="0" indent="0" algn="ctr">
              <a:buNone/>
              <a:defRPr sz="7200">
                <a:solidFill>
                  <a:schemeClr val="bg2">
                    <a:lumMod val="90000"/>
                  </a:schemeClr>
                </a:solidFill>
              </a:defRPr>
            </a:lvl1pPr>
          </a:lstStyle>
          <a:p>
            <a:r>
              <a:rPr lang="zh-CN" altLang="en-US" dirty="0"/>
              <a:t>此处可放跨栏图片，注意图片边界不宜超过参考线</a:t>
            </a:r>
            <a:endParaRPr lang="zh-CN" altLang="en-US" dirty="0"/>
          </a:p>
        </p:txBody>
      </p:sp>
      <p:sp>
        <p:nvSpPr>
          <p:cNvPr id="54" name="文本占位符 40"/>
          <p:cNvSpPr>
            <a:spLocks noGrp="1"/>
          </p:cNvSpPr>
          <p:nvPr>
            <p:ph type="body" sz="quarter" idx="31" hasCustomPrompt="1"/>
          </p:nvPr>
        </p:nvSpPr>
        <p:spPr>
          <a:xfrm>
            <a:off x="14515490" y="39670872"/>
            <a:ext cx="3369896" cy="725034"/>
          </a:xfrm>
          <a:prstGeom prst="rect">
            <a:avLst/>
          </a:prstGeom>
        </p:spPr>
        <p:txBody>
          <a:bodyPr/>
          <a:lstStyle>
            <a:lvl1pPr marL="0" indent="0" algn="ctr">
              <a:buNone/>
              <a:defRPr sz="4800" b="1">
                <a:latin typeface="微软雅黑" panose="020B0503020204020204" charset="-122"/>
                <a:ea typeface="微软雅黑" panose="020B0503020204020204" charset="-122"/>
              </a:defRPr>
            </a:lvl1pPr>
            <a:lvl2pPr marL="0" indent="0" algn="ctr">
              <a:lnSpc>
                <a:spcPct val="100000"/>
              </a:lnSpc>
              <a:buNone/>
              <a:defRPr>
                <a:latin typeface="微软雅黑 Light" panose="020B0502040204020203" pitchFamily="34" charset="-122"/>
                <a:ea typeface="微软雅黑 Light" panose="020B0502040204020203" pitchFamily="34" charset="-122"/>
              </a:defRPr>
            </a:lvl2pPr>
            <a:lvl3pPr marL="3239770" indent="0" algn="ctr">
              <a:buNone/>
              <a:defRPr/>
            </a:lvl3pPr>
            <a:lvl4pPr marL="4859655" indent="0" algn="ctr">
              <a:buNone/>
              <a:defRPr/>
            </a:lvl4pPr>
            <a:lvl5pPr marL="6479540" indent="0" algn="ctr">
              <a:buNone/>
              <a:defRPr/>
            </a:lvl5pPr>
          </a:lstStyle>
          <a:p>
            <a:pPr lvl="0"/>
            <a:r>
              <a:rPr lang="zh-CN" altLang="en-US" dirty="0"/>
              <a:t>图名</a:t>
            </a:r>
            <a:endParaRPr lang="zh-CN" altLang="en-US" dirty="0"/>
          </a:p>
        </p:txBody>
      </p:sp>
      <p:sp>
        <p:nvSpPr>
          <p:cNvPr id="55" name="文本占位符 44"/>
          <p:cNvSpPr>
            <a:spLocks noGrp="1"/>
          </p:cNvSpPr>
          <p:nvPr>
            <p:ph type="body" sz="quarter" idx="32" hasCustomPrompt="1"/>
          </p:nvPr>
        </p:nvSpPr>
        <p:spPr>
          <a:xfrm>
            <a:off x="5021256" y="40500418"/>
            <a:ext cx="22358364" cy="1627187"/>
          </a:xfrm>
          <a:prstGeom prst="rect">
            <a:avLst/>
          </a:prstGeom>
        </p:spPr>
        <p:txBody>
          <a:bodyPr/>
          <a:lstStyle>
            <a:lvl1pPr marL="0" indent="0" algn="ctr">
              <a:lnSpc>
                <a:spcPct val="100000"/>
              </a:lnSpc>
              <a:buNone/>
              <a:defRPr sz="3000">
                <a:latin typeface="微软雅黑 Light" panose="020B0502040204020203" pitchFamily="34" charset="-122"/>
                <a:ea typeface="微软雅黑 Light" panose="020B0502040204020203" pitchFamily="34" charset="-122"/>
              </a:defRPr>
            </a:lvl1pPr>
          </a:lstStyle>
          <a:p>
            <a:pPr marL="0" marR="0" lvl="0" indent="0" algn="ctr" defTabSz="3239770" rtl="0" eaLnBrk="1" fontAlgn="auto" latinLnBrk="0" hangingPunct="1">
              <a:lnSpc>
                <a:spcPct val="100000"/>
              </a:lnSpc>
              <a:spcBef>
                <a:spcPts val="3545"/>
              </a:spcBef>
              <a:spcAft>
                <a:spcPts val="0"/>
              </a:spcAft>
              <a:buClrTx/>
              <a:buSzTx/>
              <a:buFont typeface="Arial" panose="020B0604020202090204" pitchFamily="34" charset="0"/>
              <a:buNone/>
              <a:defRPr/>
            </a:pPr>
            <a:r>
              <a:rPr lang="zh-CN" altLang="en-US" dirty="0"/>
              <a:t>图注，这是图注图注，这是图图注，这是图图注，这是图图注，这是图图注，这是图注图注，这是图图注，这是图图注，这是图图注，这是图注，这是图注图注，这是图图注，这是图图注，这是图图注，这是图图注，这是图注图注，这是图图注，这是图图注，这是图图注，这是图图注，这是图注图注，这是图图注，这是图图注，这是图图注，这是图</a:t>
            </a:r>
            <a:endParaRPr lang="zh-CN" altLang="en-US" dirty="0"/>
          </a:p>
        </p:txBody>
      </p:sp>
      <p:sp>
        <p:nvSpPr>
          <p:cNvPr id="24" name="Content Placeholder 2"/>
          <p:cNvSpPr>
            <a:spLocks noGrp="1"/>
          </p:cNvSpPr>
          <p:nvPr>
            <p:ph idx="33" hasCustomPrompt="1"/>
          </p:nvPr>
        </p:nvSpPr>
        <p:spPr>
          <a:xfrm>
            <a:off x="15418072" y="12363045"/>
            <a:ext cx="13004528" cy="9261499"/>
          </a:xfrm>
          <a:prstGeom prst="rect">
            <a:avLst/>
          </a:prstGeom>
        </p:spPr>
        <p:txBody>
          <a:bodyPr>
            <a:normAutofit/>
          </a:bodyPr>
          <a:lstStyle>
            <a:lvl1pPr marL="0" indent="0">
              <a:spcAft>
                <a:spcPts val="6000"/>
              </a:spcAft>
              <a:buNone/>
              <a:defRPr sz="7200" b="1">
                <a:latin typeface="微软雅黑" panose="020B0503020204020204" charset="-122"/>
                <a:ea typeface="微软雅黑" panose="020B0503020204020204" charset="-122"/>
              </a:defRPr>
            </a:lvl1pPr>
            <a:lvl2pPr marL="1080135" indent="0">
              <a:spcAft>
                <a:spcPts val="1000"/>
              </a:spcAft>
              <a:buNone/>
              <a:defRPr sz="6000" b="1">
                <a:latin typeface="微软雅黑" panose="020B0503020204020204" charset="-122"/>
                <a:ea typeface="微软雅黑" panose="020B0503020204020204" charset="-122"/>
              </a:defRPr>
            </a:lvl2pPr>
            <a:lvl3pPr marL="1080135" indent="1043940">
              <a:lnSpc>
                <a:spcPct val="105000"/>
              </a:lnSpc>
              <a:spcBef>
                <a:spcPts val="900"/>
              </a:spcBef>
              <a:buNone/>
              <a:defRPr sz="4000">
                <a:latin typeface="微软雅黑" panose="020B0503020204020204" charset="-122"/>
                <a:ea typeface="微软雅黑" panose="020B0503020204020204" charset="-122"/>
              </a:defRPr>
            </a:lvl3pPr>
            <a:lvl4pPr marL="4859655" indent="0">
              <a:buNone/>
              <a:defRPr sz="3600">
                <a:latin typeface="微软雅黑" panose="020B0503020204020204" charset="-122"/>
                <a:ea typeface="微软雅黑" panose="020B0503020204020204" charset="-122"/>
              </a:defRPr>
            </a:lvl4pPr>
            <a:lvl5pPr marL="6479540" indent="0">
              <a:buNone/>
              <a:defRPr sz="4400">
                <a:latin typeface="微软雅黑" panose="020B0503020204020204" charset="-122"/>
                <a:ea typeface="微软雅黑" panose="020B0503020204020204" charset="-122"/>
              </a:defRPr>
            </a:lvl5pPr>
          </a:lstStyle>
          <a:p>
            <a:pPr lvl="0"/>
            <a:r>
              <a:rPr lang="zh-CN" altLang="en-US" dirty="0"/>
              <a:t>节标题</a:t>
            </a:r>
            <a:r>
              <a:rPr lang="en-US" altLang="zh-CN" dirty="0"/>
              <a:t>2</a:t>
            </a:r>
            <a:r>
              <a:rPr lang="zh-CN" altLang="en-US" dirty="0"/>
              <a:t> </a:t>
            </a:r>
            <a:endParaRPr lang="zh-CN" altLang="en-US" dirty="0"/>
          </a:p>
          <a:p>
            <a:pPr lvl="1"/>
            <a:r>
              <a:rPr lang="zh-CN" altLang="en-US" dirty="0"/>
              <a:t>正文标题</a:t>
            </a:r>
            <a:r>
              <a:rPr lang="en-US" altLang="zh-CN" dirty="0"/>
              <a:t>2</a:t>
            </a:r>
            <a:endParaRPr lang="zh-CN" altLang="en-US" dirty="0"/>
          </a:p>
          <a:p>
            <a:pPr lvl="2"/>
            <a:r>
              <a:rPr lang="zh-CN" altLang="en-US" dirty="0"/>
              <a:t>这是正文，这是正文这是正文，这是正文这是正文，这是正文这是正文，这是正文这是正文，这是正文这是正文，这是正文这是正文，这是正文这是正文。</a:t>
            </a:r>
            <a:endParaRPr lang="en-US" altLang="zh-CN" dirty="0"/>
          </a:p>
          <a:p>
            <a:pPr lvl="2"/>
            <a:r>
              <a:rPr lang="zh-CN" altLang="en-US" dirty="0"/>
              <a:t>这是正文。这是正文，这是正文这是正文，这是正文这是正文。</a:t>
            </a:r>
            <a:endParaRPr lang="en-US" altLang="zh-CN" dirty="0"/>
          </a:p>
          <a:p>
            <a:pPr lvl="2"/>
            <a:r>
              <a:rPr lang="zh-CN" altLang="en-US" dirty="0"/>
              <a:t>这是正文这是正文，这是正文这是正文，这是正文这是正文，这是正文这是正文，这是正文这是正文。</a:t>
            </a:r>
            <a:endParaRPr lang="en-US" altLang="zh-CN" dirty="0"/>
          </a:p>
          <a:p>
            <a:pPr lvl="2"/>
            <a:r>
              <a:rPr lang="zh-CN" altLang="en-US" dirty="0"/>
              <a:t>这是正文。</a:t>
            </a:r>
            <a:endParaRPr lang="zh-CN" altLang="en-US" dirty="0"/>
          </a:p>
        </p:txBody>
      </p:sp>
      <p:sp>
        <p:nvSpPr>
          <p:cNvPr id="26" name="图片占位符 36"/>
          <p:cNvSpPr>
            <a:spLocks noGrp="1"/>
          </p:cNvSpPr>
          <p:nvPr>
            <p:ph type="pic" sz="quarter" idx="34" hasCustomPrompt="1"/>
          </p:nvPr>
        </p:nvSpPr>
        <p:spPr>
          <a:xfrm>
            <a:off x="16710025" y="22209680"/>
            <a:ext cx="6422349" cy="4146452"/>
          </a:xfrm>
          <a:prstGeom prst="rect">
            <a:avLst/>
          </a:prstGeom>
        </p:spPr>
        <p:txBody>
          <a:bodyPr anchor="ctr"/>
          <a:lstStyle>
            <a:lvl1pPr marL="0" indent="0" algn="ctr">
              <a:buNone/>
              <a:defRPr sz="7200">
                <a:solidFill>
                  <a:schemeClr val="bg2">
                    <a:lumMod val="90000"/>
                  </a:schemeClr>
                </a:solidFill>
              </a:defRPr>
            </a:lvl1pPr>
          </a:lstStyle>
          <a:p>
            <a:r>
              <a:rPr lang="zh-CN" altLang="en-US" dirty="0"/>
              <a:t>此处可放图片</a:t>
            </a:r>
            <a:endParaRPr lang="zh-CN" altLang="en-US" dirty="0"/>
          </a:p>
        </p:txBody>
      </p:sp>
      <p:sp>
        <p:nvSpPr>
          <p:cNvPr id="27" name="图片占位符 36"/>
          <p:cNvSpPr>
            <a:spLocks noGrp="1"/>
          </p:cNvSpPr>
          <p:nvPr>
            <p:ph type="pic" sz="quarter" idx="35" hasCustomPrompt="1"/>
          </p:nvPr>
        </p:nvSpPr>
        <p:spPr>
          <a:xfrm>
            <a:off x="23592176" y="22209680"/>
            <a:ext cx="4884400" cy="4146452"/>
          </a:xfrm>
          <a:prstGeom prst="rect">
            <a:avLst/>
          </a:prstGeom>
        </p:spPr>
        <p:txBody>
          <a:bodyPr anchor="ctr"/>
          <a:lstStyle>
            <a:lvl1pPr marL="0" indent="0" algn="ctr">
              <a:buNone/>
              <a:defRPr sz="7200">
                <a:solidFill>
                  <a:schemeClr val="bg2">
                    <a:lumMod val="90000"/>
                  </a:schemeClr>
                </a:solidFill>
              </a:defRPr>
            </a:lvl1pPr>
          </a:lstStyle>
          <a:p>
            <a:r>
              <a:rPr lang="zh-CN" altLang="en-US" dirty="0"/>
              <a:t>此处可放图片</a:t>
            </a:r>
            <a:endParaRPr lang="zh-CN" altLang="en-US" dirty="0"/>
          </a:p>
        </p:txBody>
      </p:sp>
      <p:sp>
        <p:nvSpPr>
          <p:cNvPr id="28" name="图片占位符 36"/>
          <p:cNvSpPr>
            <a:spLocks noGrp="1"/>
          </p:cNvSpPr>
          <p:nvPr>
            <p:ph type="pic" sz="quarter" idx="36" hasCustomPrompt="1"/>
          </p:nvPr>
        </p:nvSpPr>
        <p:spPr>
          <a:xfrm>
            <a:off x="22054227" y="26844869"/>
            <a:ext cx="6422349" cy="4146452"/>
          </a:xfrm>
          <a:prstGeom prst="rect">
            <a:avLst/>
          </a:prstGeom>
        </p:spPr>
        <p:txBody>
          <a:bodyPr anchor="ctr"/>
          <a:lstStyle>
            <a:lvl1pPr marL="0" indent="0" algn="ctr">
              <a:buNone/>
              <a:defRPr sz="7200">
                <a:solidFill>
                  <a:schemeClr val="bg2">
                    <a:lumMod val="90000"/>
                  </a:schemeClr>
                </a:solidFill>
              </a:defRPr>
            </a:lvl1pPr>
          </a:lstStyle>
          <a:p>
            <a:r>
              <a:rPr lang="zh-CN" altLang="en-US" dirty="0"/>
              <a:t>此处可放图片</a:t>
            </a:r>
            <a:endParaRPr lang="zh-CN" altLang="en-US" dirty="0"/>
          </a:p>
        </p:txBody>
      </p:sp>
      <p:sp>
        <p:nvSpPr>
          <p:cNvPr id="30" name="图片占位符 36"/>
          <p:cNvSpPr>
            <a:spLocks noGrp="1"/>
          </p:cNvSpPr>
          <p:nvPr>
            <p:ph type="pic" sz="quarter" idx="37" hasCustomPrompt="1"/>
          </p:nvPr>
        </p:nvSpPr>
        <p:spPr>
          <a:xfrm>
            <a:off x="16710025" y="26844869"/>
            <a:ext cx="4884400" cy="4146452"/>
          </a:xfrm>
          <a:prstGeom prst="rect">
            <a:avLst/>
          </a:prstGeom>
        </p:spPr>
        <p:txBody>
          <a:bodyPr anchor="ctr"/>
          <a:lstStyle>
            <a:lvl1pPr marL="0" indent="0" algn="ctr">
              <a:buNone/>
              <a:defRPr sz="7200">
                <a:solidFill>
                  <a:schemeClr val="bg2">
                    <a:lumMod val="90000"/>
                  </a:schemeClr>
                </a:solidFill>
              </a:defRPr>
            </a:lvl1pPr>
          </a:lstStyle>
          <a:p>
            <a:r>
              <a:rPr lang="zh-CN" altLang="en-US" dirty="0"/>
              <a:t>此处可放图片</a:t>
            </a:r>
            <a:endParaRPr lang="zh-CN" altLang="en-US" dirty="0"/>
          </a:p>
        </p:txBody>
      </p:sp>
      <p:sp>
        <p:nvSpPr>
          <p:cNvPr id="32" name="文本占位符 40"/>
          <p:cNvSpPr>
            <a:spLocks noGrp="1"/>
          </p:cNvSpPr>
          <p:nvPr>
            <p:ph type="body" sz="quarter" idx="38" hasCustomPrompt="1"/>
          </p:nvPr>
        </p:nvSpPr>
        <p:spPr>
          <a:xfrm>
            <a:off x="20848066" y="31374419"/>
            <a:ext cx="3369896" cy="725034"/>
          </a:xfrm>
          <a:prstGeom prst="rect">
            <a:avLst/>
          </a:prstGeom>
        </p:spPr>
        <p:txBody>
          <a:bodyPr/>
          <a:lstStyle>
            <a:lvl1pPr marL="0" indent="0" algn="ctr">
              <a:buNone/>
              <a:defRPr sz="4800" b="1">
                <a:latin typeface="微软雅黑" panose="020B0503020204020204" charset="-122"/>
                <a:ea typeface="微软雅黑" panose="020B0503020204020204" charset="-122"/>
              </a:defRPr>
            </a:lvl1pPr>
            <a:lvl2pPr marL="0" indent="0" algn="ctr">
              <a:lnSpc>
                <a:spcPct val="100000"/>
              </a:lnSpc>
              <a:buNone/>
              <a:defRPr>
                <a:latin typeface="微软雅黑 Light" panose="020B0502040204020203" pitchFamily="34" charset="-122"/>
                <a:ea typeface="微软雅黑 Light" panose="020B0502040204020203" pitchFamily="34" charset="-122"/>
              </a:defRPr>
            </a:lvl2pPr>
            <a:lvl3pPr marL="3239770" indent="0" algn="ctr">
              <a:buNone/>
              <a:defRPr/>
            </a:lvl3pPr>
            <a:lvl4pPr marL="4859655" indent="0" algn="ctr">
              <a:buNone/>
              <a:defRPr/>
            </a:lvl4pPr>
            <a:lvl5pPr marL="6479540" indent="0" algn="ctr">
              <a:buNone/>
              <a:defRPr/>
            </a:lvl5pPr>
          </a:lstStyle>
          <a:p>
            <a:pPr lvl="0"/>
            <a:r>
              <a:rPr lang="zh-CN" altLang="en-US" dirty="0"/>
              <a:t>图名</a:t>
            </a:r>
            <a:endParaRPr lang="zh-CN" altLang="en-US" dirty="0"/>
          </a:p>
        </p:txBody>
      </p:sp>
      <p:sp>
        <p:nvSpPr>
          <p:cNvPr id="34" name="文本占位符 44"/>
          <p:cNvSpPr>
            <a:spLocks noGrp="1"/>
          </p:cNvSpPr>
          <p:nvPr>
            <p:ph type="body" sz="quarter" idx="39" hasCustomPrompt="1"/>
          </p:nvPr>
        </p:nvSpPr>
        <p:spPr>
          <a:xfrm>
            <a:off x="20025558" y="32203965"/>
            <a:ext cx="5014912" cy="1627187"/>
          </a:xfrm>
          <a:prstGeom prst="rect">
            <a:avLst/>
          </a:prstGeom>
        </p:spPr>
        <p:txBody>
          <a:bodyPr/>
          <a:lstStyle>
            <a:lvl1pPr marL="0" indent="0" algn="ctr">
              <a:lnSpc>
                <a:spcPct val="100000"/>
              </a:lnSpc>
              <a:buNone/>
              <a:defRPr sz="3000">
                <a:latin typeface="微软雅黑 Light" panose="020B0502040204020203" pitchFamily="34" charset="-122"/>
                <a:ea typeface="微软雅黑 Light" panose="020B0502040204020203" pitchFamily="34" charset="-122"/>
              </a:defRPr>
            </a:lvl1pPr>
          </a:lstStyle>
          <a:p>
            <a:pPr lvl="0"/>
            <a:r>
              <a:rPr lang="zh-CN" altLang="en-US" dirty="0"/>
              <a:t>图注，这是图注图注，这是图图注，这是图图注，这是图图注，这是图</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6.pn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矩形 1"/>
          <p:cNvSpPr/>
          <p:nvPr userDrawn="1"/>
        </p:nvSpPr>
        <p:spPr>
          <a:xfrm>
            <a:off x="0" y="0"/>
            <a:ext cx="24209829" cy="4039105"/>
          </a:xfrm>
          <a:prstGeom prst="rect">
            <a:avLst/>
          </a:prstGeom>
          <a:solidFill>
            <a:srgbClr val="9F6BB8">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4" name="矩形 3"/>
          <p:cNvSpPr/>
          <p:nvPr userDrawn="1"/>
        </p:nvSpPr>
        <p:spPr>
          <a:xfrm>
            <a:off x="988760" y="680724"/>
            <a:ext cx="22393753" cy="2677656"/>
          </a:xfrm>
          <a:prstGeom prst="rect">
            <a:avLst/>
          </a:prstGeom>
        </p:spPr>
        <p:txBody>
          <a:bodyPr wrap="square">
            <a:spAutoFit/>
          </a:bodyPr>
          <a:lstStyle/>
          <a:p>
            <a:r>
              <a:rPr lang="zh-CN" altLang="en-US" sz="8000" b="0" dirty="0">
                <a:solidFill>
                  <a:schemeClr val="bg1"/>
                </a:solidFill>
                <a:latin typeface="微软雅黑" panose="020B0503020204020204" charset="-122"/>
                <a:ea typeface="微软雅黑" panose="020B0503020204020204" charset="-122"/>
                <a:cs typeface="微软雅黑" panose="020B0503020204020204" charset="-122"/>
              </a:rPr>
              <a:t>制造工程体验</a:t>
            </a:r>
            <a:endParaRPr lang="en-US" altLang="zh-CN" sz="8000" b="0" dirty="0">
              <a:solidFill>
                <a:schemeClr val="bg1"/>
              </a:solidFill>
              <a:latin typeface="微软雅黑" panose="020B0503020204020204" charset="-122"/>
              <a:ea typeface="微软雅黑" panose="020B0503020204020204" charset="-122"/>
              <a:cs typeface="微软雅黑" panose="020B0503020204020204" charset="-122"/>
            </a:endParaRPr>
          </a:p>
          <a:p>
            <a:pPr algn="r"/>
            <a:r>
              <a:rPr lang="zh-CN" altLang="en-US" sz="8800" b="1" dirty="0">
                <a:solidFill>
                  <a:schemeClr val="bg1"/>
                </a:solidFill>
                <a:latin typeface="微软雅黑" panose="020B0503020204020204" charset="-122"/>
                <a:ea typeface="微软雅黑" panose="020B0503020204020204" charset="-122"/>
              </a:rPr>
              <a:t>个性化无人机创新实践课程作品</a:t>
            </a:r>
            <a:endParaRPr lang="zh-CN" altLang="en-US" sz="8800" b="1" dirty="0">
              <a:solidFill>
                <a:schemeClr val="bg1"/>
              </a:solidFill>
            </a:endParaRPr>
          </a:p>
        </p:txBody>
      </p:sp>
      <p:pic>
        <p:nvPicPr>
          <p:cNvPr id="6" name="图片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4790113" y="-1"/>
            <a:ext cx="7198184" cy="403910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3239770" rtl="0" eaLnBrk="1" latinLnBrk="0" hangingPunct="1">
        <a:lnSpc>
          <a:spcPct val="90000"/>
        </a:lnSpc>
        <a:spcBef>
          <a:spcPct val="0"/>
        </a:spcBef>
        <a:buNone/>
        <a:defRPr sz="15590" kern="1200">
          <a:solidFill>
            <a:schemeClr val="tx1"/>
          </a:solidFill>
          <a:latin typeface="+mj-lt"/>
          <a:ea typeface="+mj-ea"/>
          <a:cs typeface="+mj-cs"/>
        </a:defRPr>
      </a:lvl1pPr>
    </p:titleStyle>
    <p:bodyStyle>
      <a:lvl1pPr marL="810260" indent="-810260" algn="l" defTabSz="3239770" rtl="0" eaLnBrk="1" latinLnBrk="0" hangingPunct="1">
        <a:lnSpc>
          <a:spcPct val="90000"/>
        </a:lnSpc>
        <a:spcBef>
          <a:spcPts val="3545"/>
        </a:spcBef>
        <a:buFont typeface="Arial" panose="020B0604020202090204" pitchFamily="34" charset="0"/>
        <a:buChar char="•"/>
        <a:defRPr sz="9920" kern="1200">
          <a:solidFill>
            <a:schemeClr val="tx1"/>
          </a:solidFill>
          <a:latin typeface="+mn-lt"/>
          <a:ea typeface="+mn-ea"/>
          <a:cs typeface="+mn-cs"/>
        </a:defRPr>
      </a:lvl1pPr>
      <a:lvl2pPr marL="2430145" indent="-810260" algn="l" defTabSz="3239770" rtl="0" eaLnBrk="1" latinLnBrk="0" hangingPunct="1">
        <a:lnSpc>
          <a:spcPct val="90000"/>
        </a:lnSpc>
        <a:spcBef>
          <a:spcPts val="1770"/>
        </a:spcBef>
        <a:buFont typeface="Arial" panose="020B0604020202090204" pitchFamily="34" charset="0"/>
        <a:buChar char="•"/>
        <a:defRPr sz="8505" kern="1200">
          <a:solidFill>
            <a:schemeClr val="tx1"/>
          </a:solidFill>
          <a:latin typeface="+mn-lt"/>
          <a:ea typeface="+mn-ea"/>
          <a:cs typeface="+mn-cs"/>
        </a:defRPr>
      </a:lvl2pPr>
      <a:lvl3pPr marL="4050030" indent="-810260" algn="l" defTabSz="3239770" rtl="0" eaLnBrk="1" latinLnBrk="0" hangingPunct="1">
        <a:lnSpc>
          <a:spcPct val="90000"/>
        </a:lnSpc>
        <a:spcBef>
          <a:spcPts val="1770"/>
        </a:spcBef>
        <a:buFont typeface="Arial" panose="020B0604020202090204" pitchFamily="34" charset="0"/>
        <a:buChar char="•"/>
        <a:defRPr sz="7085" kern="1200">
          <a:solidFill>
            <a:schemeClr val="tx1"/>
          </a:solidFill>
          <a:latin typeface="+mn-lt"/>
          <a:ea typeface="+mn-ea"/>
          <a:cs typeface="+mn-cs"/>
        </a:defRPr>
      </a:lvl3pPr>
      <a:lvl4pPr marL="5669915" indent="-810260" algn="l" defTabSz="3239770" rtl="0" eaLnBrk="1" latinLnBrk="0" hangingPunct="1">
        <a:lnSpc>
          <a:spcPct val="90000"/>
        </a:lnSpc>
        <a:spcBef>
          <a:spcPts val="1770"/>
        </a:spcBef>
        <a:buFont typeface="Arial" panose="020B0604020202090204" pitchFamily="34" charset="0"/>
        <a:buChar char="•"/>
        <a:defRPr sz="6380" kern="1200">
          <a:solidFill>
            <a:schemeClr val="tx1"/>
          </a:solidFill>
          <a:latin typeface="+mn-lt"/>
          <a:ea typeface="+mn-ea"/>
          <a:cs typeface="+mn-cs"/>
        </a:defRPr>
      </a:lvl4pPr>
      <a:lvl5pPr marL="7289800" indent="-810260" algn="l" defTabSz="3239770" rtl="0" eaLnBrk="1" latinLnBrk="0" hangingPunct="1">
        <a:lnSpc>
          <a:spcPct val="90000"/>
        </a:lnSpc>
        <a:spcBef>
          <a:spcPts val="1770"/>
        </a:spcBef>
        <a:buFont typeface="Arial" panose="020B0604020202090204" pitchFamily="34" charset="0"/>
        <a:buChar char="•"/>
        <a:defRPr sz="6380" kern="1200">
          <a:solidFill>
            <a:schemeClr val="tx1"/>
          </a:solidFill>
          <a:latin typeface="+mn-lt"/>
          <a:ea typeface="+mn-ea"/>
          <a:cs typeface="+mn-cs"/>
        </a:defRPr>
      </a:lvl5pPr>
      <a:lvl6pPr marL="8909685" indent="-810260" algn="l" defTabSz="3239770" rtl="0" eaLnBrk="1" latinLnBrk="0" hangingPunct="1">
        <a:lnSpc>
          <a:spcPct val="90000"/>
        </a:lnSpc>
        <a:spcBef>
          <a:spcPts val="1770"/>
        </a:spcBef>
        <a:buFont typeface="Arial" panose="020B0604020202090204" pitchFamily="34" charset="0"/>
        <a:buChar char="•"/>
        <a:defRPr sz="6380" kern="1200">
          <a:solidFill>
            <a:schemeClr val="tx1"/>
          </a:solidFill>
          <a:latin typeface="+mn-lt"/>
          <a:ea typeface="+mn-ea"/>
          <a:cs typeface="+mn-cs"/>
        </a:defRPr>
      </a:lvl6pPr>
      <a:lvl7pPr marL="10529570" indent="-810260" algn="l" defTabSz="3239770" rtl="0" eaLnBrk="1" latinLnBrk="0" hangingPunct="1">
        <a:lnSpc>
          <a:spcPct val="90000"/>
        </a:lnSpc>
        <a:spcBef>
          <a:spcPts val="1770"/>
        </a:spcBef>
        <a:buFont typeface="Arial" panose="020B0604020202090204" pitchFamily="34" charset="0"/>
        <a:buChar char="•"/>
        <a:defRPr sz="6380" kern="1200">
          <a:solidFill>
            <a:schemeClr val="tx1"/>
          </a:solidFill>
          <a:latin typeface="+mn-lt"/>
          <a:ea typeface="+mn-ea"/>
          <a:cs typeface="+mn-cs"/>
        </a:defRPr>
      </a:lvl7pPr>
      <a:lvl8pPr marL="12149455" indent="-810260" algn="l" defTabSz="3239770" rtl="0" eaLnBrk="1" latinLnBrk="0" hangingPunct="1">
        <a:lnSpc>
          <a:spcPct val="90000"/>
        </a:lnSpc>
        <a:spcBef>
          <a:spcPts val="1770"/>
        </a:spcBef>
        <a:buFont typeface="Arial" panose="020B0604020202090204" pitchFamily="34" charset="0"/>
        <a:buChar char="•"/>
        <a:defRPr sz="6380" kern="1200">
          <a:solidFill>
            <a:schemeClr val="tx1"/>
          </a:solidFill>
          <a:latin typeface="+mn-lt"/>
          <a:ea typeface="+mn-ea"/>
          <a:cs typeface="+mn-cs"/>
        </a:defRPr>
      </a:lvl8pPr>
      <a:lvl9pPr marL="13769340" indent="-810260" algn="l" defTabSz="3239770" rtl="0" eaLnBrk="1" latinLnBrk="0" hangingPunct="1">
        <a:lnSpc>
          <a:spcPct val="90000"/>
        </a:lnSpc>
        <a:spcBef>
          <a:spcPts val="1770"/>
        </a:spcBef>
        <a:buFont typeface="Arial" panose="020B0604020202090204" pitchFamily="34" charset="0"/>
        <a:buChar char="•"/>
        <a:defRPr sz="6380" kern="1200">
          <a:solidFill>
            <a:schemeClr val="tx1"/>
          </a:solidFill>
          <a:latin typeface="+mn-lt"/>
          <a:ea typeface="+mn-ea"/>
          <a:cs typeface="+mn-cs"/>
        </a:defRPr>
      </a:lvl9pPr>
    </p:bodyStyle>
    <p:otherStyle>
      <a:defPPr>
        <a:defRPr lang="en-US"/>
      </a:defPPr>
      <a:lvl1pPr marL="0" algn="l" defTabSz="3239770" rtl="0" eaLnBrk="1" latinLnBrk="0" hangingPunct="1">
        <a:defRPr sz="6380" kern="1200">
          <a:solidFill>
            <a:schemeClr val="tx1"/>
          </a:solidFill>
          <a:latin typeface="+mn-lt"/>
          <a:ea typeface="+mn-ea"/>
          <a:cs typeface="+mn-cs"/>
        </a:defRPr>
      </a:lvl1pPr>
      <a:lvl2pPr marL="1619885" algn="l" defTabSz="3239770" rtl="0" eaLnBrk="1" latinLnBrk="0" hangingPunct="1">
        <a:defRPr sz="6380" kern="1200">
          <a:solidFill>
            <a:schemeClr val="tx1"/>
          </a:solidFill>
          <a:latin typeface="+mn-lt"/>
          <a:ea typeface="+mn-ea"/>
          <a:cs typeface="+mn-cs"/>
        </a:defRPr>
      </a:lvl2pPr>
      <a:lvl3pPr marL="3239770" algn="l" defTabSz="3239770" rtl="0" eaLnBrk="1" latinLnBrk="0" hangingPunct="1">
        <a:defRPr sz="6380" kern="1200">
          <a:solidFill>
            <a:schemeClr val="tx1"/>
          </a:solidFill>
          <a:latin typeface="+mn-lt"/>
          <a:ea typeface="+mn-ea"/>
          <a:cs typeface="+mn-cs"/>
        </a:defRPr>
      </a:lvl3pPr>
      <a:lvl4pPr marL="4859655" algn="l" defTabSz="3239770" rtl="0" eaLnBrk="1" latinLnBrk="0" hangingPunct="1">
        <a:defRPr sz="6380" kern="1200">
          <a:solidFill>
            <a:schemeClr val="tx1"/>
          </a:solidFill>
          <a:latin typeface="+mn-lt"/>
          <a:ea typeface="+mn-ea"/>
          <a:cs typeface="+mn-cs"/>
        </a:defRPr>
      </a:lvl4pPr>
      <a:lvl5pPr marL="6479540" algn="l" defTabSz="3239770" rtl="0" eaLnBrk="1" latinLnBrk="0" hangingPunct="1">
        <a:defRPr sz="6380" kern="1200">
          <a:solidFill>
            <a:schemeClr val="tx1"/>
          </a:solidFill>
          <a:latin typeface="+mn-lt"/>
          <a:ea typeface="+mn-ea"/>
          <a:cs typeface="+mn-cs"/>
        </a:defRPr>
      </a:lvl5pPr>
      <a:lvl6pPr marL="8100060" algn="l" defTabSz="3239770" rtl="0" eaLnBrk="1" latinLnBrk="0" hangingPunct="1">
        <a:defRPr sz="6380" kern="1200">
          <a:solidFill>
            <a:schemeClr val="tx1"/>
          </a:solidFill>
          <a:latin typeface="+mn-lt"/>
          <a:ea typeface="+mn-ea"/>
          <a:cs typeface="+mn-cs"/>
        </a:defRPr>
      </a:lvl6pPr>
      <a:lvl7pPr marL="9719945" algn="l" defTabSz="3239770" rtl="0" eaLnBrk="1" latinLnBrk="0" hangingPunct="1">
        <a:defRPr sz="6380" kern="1200">
          <a:solidFill>
            <a:schemeClr val="tx1"/>
          </a:solidFill>
          <a:latin typeface="+mn-lt"/>
          <a:ea typeface="+mn-ea"/>
          <a:cs typeface="+mn-cs"/>
        </a:defRPr>
      </a:lvl7pPr>
      <a:lvl8pPr marL="11339830" algn="l" defTabSz="3239770" rtl="0" eaLnBrk="1" latinLnBrk="0" hangingPunct="1">
        <a:defRPr sz="6380" kern="1200">
          <a:solidFill>
            <a:schemeClr val="tx1"/>
          </a:solidFill>
          <a:latin typeface="+mn-lt"/>
          <a:ea typeface="+mn-ea"/>
          <a:cs typeface="+mn-cs"/>
        </a:defRPr>
      </a:lvl8pPr>
      <a:lvl9pPr marL="12959715" algn="l" defTabSz="3239770" rtl="0" eaLnBrk="1" latinLnBrk="0" hangingPunct="1">
        <a:defRPr sz="63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3.jpeg"/><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7927" y="8923732"/>
            <a:ext cx="3825745" cy="3314489"/>
          </a:xfrm>
          <a:prstGeom prst="rect">
            <a:avLst/>
          </a:prstGeom>
        </p:spPr>
        <p:txBody>
          <a:bodyPr>
            <a:noAutofit/>
          </a:bodyPr>
          <a:lstStyle>
            <a:lvl1pPr>
              <a:defRPr sz="6000" b="0">
                <a:latin typeface="微软雅黑 Light" panose="020B0502040204020203" pitchFamily="34" charset="-122"/>
                <a:ea typeface="微软雅黑 Light" panose="020B0502040204020203" pitchFamily="34" charset="-122"/>
              </a:defRPr>
            </a:lvl1pPr>
          </a:lstStyle>
          <a:p>
            <a:r>
              <a:rPr lang="zh-CN" altLang="en-US" dirty="0"/>
              <a:t>项目作者：</a:t>
            </a:r>
            <a:endParaRPr lang="en-US" dirty="0"/>
          </a:p>
        </p:txBody>
      </p:sp>
      <p:sp>
        <p:nvSpPr>
          <p:cNvPr id="3" name="文本占位符 22"/>
          <p:cNvSpPr>
            <a:spLocks noGrp="1"/>
          </p:cNvSpPr>
          <p:nvPr>
            <p:ph type="body" sz="quarter" idx="15" hasCustomPrompt="1"/>
          </p:nvPr>
        </p:nvSpPr>
        <p:spPr>
          <a:xfrm>
            <a:off x="1913766" y="4477724"/>
            <a:ext cx="27290354" cy="1413128"/>
          </a:xfrm>
          <a:prstGeom prst="rect">
            <a:avLst/>
          </a:prstGeom>
        </p:spPr>
        <p:txBody>
          <a:bodyPr>
            <a:noAutofit/>
          </a:bodyPr>
          <a:lstStyle>
            <a:lvl1pPr marL="0" indent="0">
              <a:buNone/>
              <a:defRPr sz="6000" b="0">
                <a:latin typeface="微软雅黑 Light" panose="020B0502040204020203" pitchFamily="34" charset="-122"/>
                <a:ea typeface="微软雅黑 Light" panose="020B0502040204020203" pitchFamily="34" charset="-122"/>
              </a:defRPr>
            </a:lvl1pPr>
            <a:lvl2pPr marL="1619885" indent="0">
              <a:buNone/>
              <a:defRPr/>
            </a:lvl2pPr>
            <a:lvl3pPr marL="3239770" indent="0">
              <a:buNone/>
              <a:defRPr/>
            </a:lvl3pPr>
            <a:lvl4pPr marL="4859655" indent="0">
              <a:buNone/>
              <a:defRPr/>
            </a:lvl4pPr>
            <a:lvl5pPr marL="6479540" indent="0">
              <a:buNone/>
              <a:defRPr/>
            </a:lvl5pPr>
          </a:lstStyle>
          <a:p>
            <a:pPr lvl="0" algn="ctr"/>
            <a:r>
              <a:rPr lang="zh-CN" altLang="en-US" dirty="0"/>
              <a:t>课程团队：罗勇、杜平、陈开峰、章鹏飞、沈佳奥</a:t>
            </a:r>
            <a:endParaRPr lang="zh-CN" altLang="en-US" dirty="0"/>
          </a:p>
        </p:txBody>
      </p:sp>
      <p:sp>
        <p:nvSpPr>
          <p:cNvPr id="5" name="文本占位符 38"/>
          <p:cNvSpPr txBox="1"/>
          <p:nvPr/>
        </p:nvSpPr>
        <p:spPr>
          <a:xfrm>
            <a:off x="1726826" y="6214381"/>
            <a:ext cx="28586113" cy="1749153"/>
          </a:xfrm>
          <a:prstGeom prst="rect">
            <a:avLst/>
          </a:prstGeom>
        </p:spPr>
        <p:txBody>
          <a:bodyPr/>
          <a:lstStyle>
            <a:lvl1pPr marL="0" indent="0" algn="l" defTabSz="3239770" rtl="0" eaLnBrk="1" latinLnBrk="0" hangingPunct="1">
              <a:lnSpc>
                <a:spcPct val="90000"/>
              </a:lnSpc>
              <a:spcBef>
                <a:spcPts val="3545"/>
              </a:spcBef>
              <a:buFont typeface="Arial" panose="020B0604020202090204" pitchFamily="34" charset="0"/>
              <a:buNone/>
              <a:defRPr sz="12000" b="1" kern="1200">
                <a:solidFill>
                  <a:schemeClr val="tx1"/>
                </a:solidFill>
                <a:latin typeface="微软雅黑" panose="020B0503020204020204" charset="-122"/>
                <a:ea typeface="微软雅黑" panose="020B0503020204020204" charset="-122"/>
                <a:cs typeface="+mn-cs"/>
              </a:defRPr>
            </a:lvl1pPr>
            <a:lvl2pPr marL="2430145" indent="-810260" algn="l" defTabSz="3239770" rtl="0" eaLnBrk="1" latinLnBrk="0" hangingPunct="1">
              <a:lnSpc>
                <a:spcPct val="90000"/>
              </a:lnSpc>
              <a:spcBef>
                <a:spcPts val="1770"/>
              </a:spcBef>
              <a:buFont typeface="Arial" panose="020B0604020202090204" pitchFamily="34" charset="0"/>
              <a:buChar char="•"/>
              <a:defRPr sz="8505" kern="1200">
                <a:solidFill>
                  <a:schemeClr val="tx1"/>
                </a:solidFill>
                <a:latin typeface="+mn-lt"/>
                <a:ea typeface="+mn-ea"/>
                <a:cs typeface="+mn-cs"/>
              </a:defRPr>
            </a:lvl2pPr>
            <a:lvl3pPr marL="4050030" indent="-810260" algn="l" defTabSz="3239770" rtl="0" eaLnBrk="1" latinLnBrk="0" hangingPunct="1">
              <a:lnSpc>
                <a:spcPct val="90000"/>
              </a:lnSpc>
              <a:spcBef>
                <a:spcPts val="1770"/>
              </a:spcBef>
              <a:buFont typeface="Arial" panose="020B0604020202090204" pitchFamily="34" charset="0"/>
              <a:buChar char="•"/>
              <a:defRPr sz="7085" kern="1200">
                <a:solidFill>
                  <a:schemeClr val="tx1"/>
                </a:solidFill>
                <a:latin typeface="+mn-lt"/>
                <a:ea typeface="+mn-ea"/>
                <a:cs typeface="+mn-cs"/>
              </a:defRPr>
            </a:lvl3pPr>
            <a:lvl4pPr marL="5669915" indent="-810260" algn="l" defTabSz="3239770" rtl="0" eaLnBrk="1" latinLnBrk="0" hangingPunct="1">
              <a:lnSpc>
                <a:spcPct val="90000"/>
              </a:lnSpc>
              <a:spcBef>
                <a:spcPts val="1770"/>
              </a:spcBef>
              <a:buFont typeface="Arial" panose="020B0604020202090204" pitchFamily="34" charset="0"/>
              <a:buChar char="•"/>
              <a:defRPr sz="6380" kern="1200">
                <a:solidFill>
                  <a:schemeClr val="tx1"/>
                </a:solidFill>
                <a:latin typeface="+mn-lt"/>
                <a:ea typeface="+mn-ea"/>
                <a:cs typeface="+mn-cs"/>
              </a:defRPr>
            </a:lvl4pPr>
            <a:lvl5pPr marL="7289800" indent="-810260" algn="l" defTabSz="3239770" rtl="0" eaLnBrk="1" latinLnBrk="0" hangingPunct="1">
              <a:lnSpc>
                <a:spcPct val="90000"/>
              </a:lnSpc>
              <a:spcBef>
                <a:spcPts val="1770"/>
              </a:spcBef>
              <a:buFont typeface="Arial" panose="020B0604020202090204" pitchFamily="34" charset="0"/>
              <a:buChar char="•"/>
              <a:defRPr sz="6380" kern="1200">
                <a:solidFill>
                  <a:schemeClr val="tx1"/>
                </a:solidFill>
                <a:latin typeface="+mn-lt"/>
                <a:ea typeface="+mn-ea"/>
                <a:cs typeface="+mn-cs"/>
              </a:defRPr>
            </a:lvl5pPr>
            <a:lvl6pPr marL="8909685" indent="-810260" algn="l" defTabSz="3239770" rtl="0" eaLnBrk="1" latinLnBrk="0" hangingPunct="1">
              <a:lnSpc>
                <a:spcPct val="90000"/>
              </a:lnSpc>
              <a:spcBef>
                <a:spcPts val="1770"/>
              </a:spcBef>
              <a:buFont typeface="Arial" panose="020B0604020202090204" pitchFamily="34" charset="0"/>
              <a:buChar char="•"/>
              <a:defRPr sz="6380" kern="1200">
                <a:solidFill>
                  <a:schemeClr val="tx1"/>
                </a:solidFill>
                <a:latin typeface="+mn-lt"/>
                <a:ea typeface="+mn-ea"/>
                <a:cs typeface="+mn-cs"/>
              </a:defRPr>
            </a:lvl6pPr>
            <a:lvl7pPr marL="10529570" indent="-810260" algn="l" defTabSz="3239770" rtl="0" eaLnBrk="1" latinLnBrk="0" hangingPunct="1">
              <a:lnSpc>
                <a:spcPct val="90000"/>
              </a:lnSpc>
              <a:spcBef>
                <a:spcPts val="1770"/>
              </a:spcBef>
              <a:buFont typeface="Arial" panose="020B0604020202090204" pitchFamily="34" charset="0"/>
              <a:buChar char="•"/>
              <a:defRPr sz="6380" kern="1200">
                <a:solidFill>
                  <a:schemeClr val="tx1"/>
                </a:solidFill>
                <a:latin typeface="+mn-lt"/>
                <a:ea typeface="+mn-ea"/>
                <a:cs typeface="+mn-cs"/>
              </a:defRPr>
            </a:lvl7pPr>
            <a:lvl8pPr marL="12149455" indent="-810260" algn="l" defTabSz="3239770" rtl="0" eaLnBrk="1" latinLnBrk="0" hangingPunct="1">
              <a:lnSpc>
                <a:spcPct val="90000"/>
              </a:lnSpc>
              <a:spcBef>
                <a:spcPts val="1770"/>
              </a:spcBef>
              <a:buFont typeface="Arial" panose="020B0604020202090204" pitchFamily="34" charset="0"/>
              <a:buChar char="•"/>
              <a:defRPr sz="6380" kern="1200">
                <a:solidFill>
                  <a:schemeClr val="tx1"/>
                </a:solidFill>
                <a:latin typeface="+mn-lt"/>
                <a:ea typeface="+mn-ea"/>
                <a:cs typeface="+mn-cs"/>
              </a:defRPr>
            </a:lvl8pPr>
            <a:lvl9pPr marL="13769340" indent="-810260" algn="l" defTabSz="3239770" rtl="0" eaLnBrk="1" latinLnBrk="0" hangingPunct="1">
              <a:lnSpc>
                <a:spcPct val="90000"/>
              </a:lnSpc>
              <a:spcBef>
                <a:spcPts val="1770"/>
              </a:spcBef>
              <a:buFont typeface="Arial" panose="020B0604020202090204" pitchFamily="34" charset="0"/>
              <a:buChar char="•"/>
              <a:defRPr sz="6380" kern="1200">
                <a:solidFill>
                  <a:schemeClr val="tx1"/>
                </a:solidFill>
                <a:latin typeface="+mn-lt"/>
                <a:ea typeface="+mn-ea"/>
                <a:cs typeface="+mn-cs"/>
              </a:defRPr>
            </a:lvl9pPr>
          </a:lstStyle>
          <a:p>
            <a:pPr algn="ctr"/>
            <a:r>
              <a:rPr lang="zh-CN" altLang="en-US" dirty="0"/>
              <a:t>四旋翼无人机自主</a:t>
            </a:r>
            <a:r>
              <a:rPr lang="zh-CN" altLang="en-US" dirty="0"/>
              <a:t>跟随系统</a:t>
            </a:r>
            <a:endParaRPr lang="zh-CN" altLang="en-US" dirty="0"/>
          </a:p>
        </p:txBody>
      </p:sp>
      <p:sp>
        <p:nvSpPr>
          <p:cNvPr id="6" name="矩形 5"/>
          <p:cNvSpPr/>
          <p:nvPr/>
        </p:nvSpPr>
        <p:spPr>
          <a:xfrm>
            <a:off x="0" y="14200890"/>
            <a:ext cx="14688766" cy="1531257"/>
          </a:xfrm>
          <a:prstGeom prst="rect">
            <a:avLst/>
          </a:prstGeom>
          <a:solidFill>
            <a:srgbClr val="AD81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907103" y="14307108"/>
            <a:ext cx="5054600" cy="1323439"/>
          </a:xfrm>
          <a:prstGeom prst="rect">
            <a:avLst/>
          </a:prstGeom>
          <a:noFill/>
        </p:spPr>
        <p:txBody>
          <a:bodyPr wrap="square" rtlCol="0">
            <a:spAutoFit/>
          </a:bodyPr>
          <a:lstStyle/>
          <a:p>
            <a:r>
              <a:rPr lang="zh-CN" altLang="en-US" sz="8000" b="1" dirty="0">
                <a:solidFill>
                  <a:schemeClr val="bg1"/>
                </a:solidFill>
                <a:latin typeface="微软雅黑" panose="020B0503020204020204" charset="-122"/>
                <a:ea typeface="微软雅黑" panose="020B0503020204020204" charset="-122"/>
              </a:rPr>
              <a:t>项目简介</a:t>
            </a:r>
            <a:endParaRPr lang="zh-CN" altLang="en-US" sz="8000" b="1" dirty="0">
              <a:solidFill>
                <a:schemeClr val="bg1"/>
              </a:solidFill>
              <a:latin typeface="微软雅黑" panose="020B0503020204020204" charset="-122"/>
              <a:ea typeface="微软雅黑" panose="020B0503020204020204" charset="-122"/>
            </a:endParaRPr>
          </a:p>
        </p:txBody>
      </p:sp>
      <p:sp>
        <p:nvSpPr>
          <p:cNvPr id="8" name="文本框 7"/>
          <p:cNvSpPr txBox="1"/>
          <p:nvPr/>
        </p:nvSpPr>
        <p:spPr>
          <a:xfrm>
            <a:off x="547489" y="16569671"/>
            <a:ext cx="13832800" cy="8216900"/>
          </a:xfrm>
          <a:prstGeom prst="rect">
            <a:avLst/>
          </a:prstGeom>
          <a:noFill/>
        </p:spPr>
        <p:txBody>
          <a:bodyPr wrap="square" rtlCol="0">
            <a:spAutoFit/>
          </a:bodyPr>
          <a:lstStyle/>
          <a:p>
            <a:pPr algn="just">
              <a:lnSpc>
                <a:spcPct val="150000"/>
              </a:lnSpc>
            </a:pPr>
            <a:r>
              <a:rPr lang="zh-CN" altLang="en-US" sz="4400" b="0" dirty="0">
                <a:solidFill>
                  <a:schemeClr val="tx1"/>
                </a:solidFill>
                <a:latin typeface="微软雅黑" panose="020B0503020204020204" charset="-122"/>
                <a:ea typeface="微软雅黑" panose="020B0503020204020204" charset="-122"/>
              </a:rPr>
              <a:t>本项目构建了一套面向室内无</a:t>
            </a:r>
            <a:r>
              <a:rPr lang="en-US" altLang="zh-CN" sz="4400" b="0" dirty="0">
                <a:solidFill>
                  <a:schemeClr val="tx1"/>
                </a:solidFill>
                <a:latin typeface="微软雅黑" panose="020B0503020204020204" charset="-122"/>
                <a:ea typeface="微软雅黑" panose="020B0503020204020204" charset="-122"/>
              </a:rPr>
              <a:t>GPS</a:t>
            </a:r>
            <a:r>
              <a:rPr lang="zh-CN" altLang="en-US" sz="4400" b="0" dirty="0">
                <a:solidFill>
                  <a:schemeClr val="tx1"/>
                </a:solidFill>
                <a:latin typeface="微软雅黑" panose="020B0503020204020204" charset="-122"/>
                <a:ea typeface="微软雅黑" panose="020B0503020204020204" charset="-122"/>
              </a:rPr>
              <a:t>环境的自主</a:t>
            </a:r>
            <a:r>
              <a:rPr lang="zh-CN" altLang="en-US" sz="4400" b="0" dirty="0">
                <a:solidFill>
                  <a:schemeClr val="tx1"/>
                </a:solidFill>
                <a:latin typeface="微软雅黑" panose="020B0503020204020204" charset="-122"/>
                <a:ea typeface="微软雅黑" panose="020B0503020204020204" charset="-122"/>
              </a:rPr>
              <a:t>跟随无人机系统。系统采用</a:t>
            </a:r>
            <a:r>
              <a:rPr lang="en-US" altLang="zh-CN" sz="4400" b="0" dirty="0">
                <a:solidFill>
                  <a:schemeClr val="tx1"/>
                </a:solidFill>
                <a:latin typeface="微软雅黑" panose="020B0503020204020204" charset="-122"/>
                <a:ea typeface="微软雅黑" panose="020B0503020204020204" charset="-122"/>
              </a:rPr>
              <a:t>“</a:t>
            </a:r>
            <a:r>
              <a:rPr lang="zh-CN" altLang="en-US" sz="4400" b="0" dirty="0">
                <a:solidFill>
                  <a:schemeClr val="tx1"/>
                </a:solidFill>
                <a:latin typeface="微软雅黑" panose="020B0503020204020204" charset="-122"/>
                <a:ea typeface="微软雅黑" panose="020B0503020204020204" charset="-122"/>
              </a:rPr>
              <a:t>机载计算</a:t>
            </a:r>
            <a:r>
              <a:rPr lang="en-US" altLang="zh-CN" sz="4400" b="0" dirty="0">
                <a:solidFill>
                  <a:schemeClr val="tx1"/>
                </a:solidFill>
                <a:latin typeface="微软雅黑" panose="020B0503020204020204" charset="-122"/>
                <a:ea typeface="微软雅黑" panose="020B0503020204020204" charset="-122"/>
              </a:rPr>
              <a:t>+</a:t>
            </a:r>
            <a:r>
              <a:rPr lang="zh-CN" altLang="en-US" sz="4400" b="0" dirty="0">
                <a:solidFill>
                  <a:schemeClr val="tx1"/>
                </a:solidFill>
                <a:latin typeface="微软雅黑" panose="020B0503020204020204" charset="-122"/>
                <a:ea typeface="微软雅黑" panose="020B0503020204020204" charset="-122"/>
              </a:rPr>
              <a:t>成熟飞控</a:t>
            </a:r>
            <a:r>
              <a:rPr lang="en-US" altLang="zh-CN" sz="4400" b="0" dirty="0">
                <a:solidFill>
                  <a:schemeClr val="tx1"/>
                </a:solidFill>
                <a:latin typeface="微软雅黑" panose="020B0503020204020204" charset="-122"/>
                <a:ea typeface="微软雅黑" panose="020B0503020204020204" charset="-122"/>
              </a:rPr>
              <a:t>”</a:t>
            </a:r>
            <a:r>
              <a:rPr lang="zh-CN" altLang="en-US" sz="4400" b="0" dirty="0">
                <a:solidFill>
                  <a:schemeClr val="tx1"/>
                </a:solidFill>
                <a:latin typeface="微软雅黑" panose="020B0503020204020204" charset="-122"/>
                <a:ea typeface="微软雅黑" panose="020B0503020204020204" charset="-122"/>
              </a:rPr>
              <a:t>的分层架构：</a:t>
            </a:r>
            <a:r>
              <a:rPr lang="en-US" altLang="zh-CN" sz="4400" b="0" dirty="0">
                <a:solidFill>
                  <a:schemeClr val="tx1"/>
                </a:solidFill>
                <a:latin typeface="微软雅黑" panose="020B0503020204020204" charset="-122"/>
                <a:ea typeface="微软雅黑" panose="020B0503020204020204" charset="-122"/>
              </a:rPr>
              <a:t>Jetson Nano</a:t>
            </a:r>
            <a:r>
              <a:rPr lang="zh-CN" altLang="en-US" sz="4400" b="0" dirty="0">
                <a:solidFill>
                  <a:schemeClr val="tx1"/>
                </a:solidFill>
                <a:latin typeface="微软雅黑" panose="020B0503020204020204" charset="-122"/>
                <a:ea typeface="微软雅黑" panose="020B0503020204020204" charset="-122"/>
              </a:rPr>
              <a:t>负责运行</a:t>
            </a:r>
            <a:r>
              <a:rPr lang="en-US" altLang="zh-CN" sz="4400" b="0" dirty="0">
                <a:solidFill>
                  <a:schemeClr val="tx1"/>
                </a:solidFill>
                <a:latin typeface="微软雅黑" panose="020B0503020204020204" charset="-122"/>
                <a:ea typeface="微软雅黑" panose="020B0503020204020204" charset="-122"/>
              </a:rPr>
              <a:t>OpenCV</a:t>
            </a:r>
            <a:r>
              <a:rPr lang="zh-CN" altLang="en-US" sz="4400" b="0" dirty="0">
                <a:solidFill>
                  <a:schemeClr val="tx1"/>
                </a:solidFill>
                <a:latin typeface="微软雅黑" panose="020B0503020204020204" charset="-122"/>
                <a:ea typeface="微软雅黑" panose="020B0503020204020204" charset="-122"/>
              </a:rPr>
              <a:t>视觉识别、任务状态机与</a:t>
            </a:r>
            <a:r>
              <a:rPr lang="en-US" altLang="zh-CN" sz="4400" b="0" dirty="0" err="1">
                <a:solidFill>
                  <a:schemeClr val="tx1"/>
                </a:solidFill>
                <a:latin typeface="微软雅黑" panose="020B0503020204020204" charset="-122"/>
                <a:ea typeface="微软雅黑" panose="020B0503020204020204" charset="-122"/>
              </a:rPr>
              <a:t>MAVLink</a:t>
            </a:r>
            <a:r>
              <a:rPr lang="zh-CN" altLang="en-US" sz="4400" b="0" dirty="0">
                <a:solidFill>
                  <a:schemeClr val="tx1"/>
                </a:solidFill>
                <a:latin typeface="微软雅黑" panose="020B0503020204020204" charset="-122"/>
                <a:ea typeface="微软雅黑" panose="020B0503020204020204" charset="-122"/>
              </a:rPr>
              <a:t>通信，</a:t>
            </a:r>
            <a:r>
              <a:rPr lang="en-US" altLang="zh-CN" sz="4400" b="0" dirty="0">
                <a:solidFill>
                  <a:schemeClr val="tx1"/>
                </a:solidFill>
                <a:latin typeface="微软雅黑" panose="020B0503020204020204" charset="-122"/>
                <a:ea typeface="微软雅黑" panose="020B0503020204020204" charset="-122"/>
              </a:rPr>
              <a:t>Pixhawk 2.4.8</a:t>
            </a:r>
            <a:r>
              <a:rPr lang="zh-CN" altLang="en-US" sz="4400" b="0" dirty="0">
                <a:solidFill>
                  <a:schemeClr val="tx1"/>
                </a:solidFill>
                <a:latin typeface="微软雅黑" panose="020B0503020204020204" charset="-122"/>
                <a:ea typeface="微软雅黑" panose="020B0503020204020204" charset="-122"/>
              </a:rPr>
              <a:t>搭载</a:t>
            </a:r>
            <a:r>
              <a:rPr lang="en-US" altLang="zh-CN" sz="4400" b="0" dirty="0" err="1">
                <a:solidFill>
                  <a:schemeClr val="tx1"/>
                </a:solidFill>
                <a:latin typeface="微软雅黑" panose="020B0503020204020204" charset="-122"/>
                <a:ea typeface="微软雅黑" panose="020B0503020204020204" charset="-122"/>
              </a:rPr>
              <a:t>ArduPilot</a:t>
            </a:r>
            <a:r>
              <a:rPr lang="zh-CN" altLang="en-US" sz="4400" b="0" dirty="0">
                <a:solidFill>
                  <a:schemeClr val="tx1"/>
                </a:solidFill>
                <a:latin typeface="微软雅黑" panose="020B0503020204020204" charset="-122"/>
                <a:ea typeface="微软雅黑" panose="020B0503020204020204" charset="-122"/>
              </a:rPr>
              <a:t>负责姿态估计与电机执行。</a:t>
            </a:r>
            <a:endParaRPr lang="en-US" altLang="zh-CN" sz="4400" b="0" dirty="0">
              <a:solidFill>
                <a:schemeClr val="tx1"/>
              </a:solidFill>
              <a:latin typeface="微软雅黑" panose="020B0503020204020204" charset="-122"/>
              <a:ea typeface="微软雅黑" panose="020B0503020204020204" charset="-122"/>
            </a:endParaRPr>
          </a:p>
          <a:p>
            <a:pPr algn="just">
              <a:lnSpc>
                <a:spcPct val="150000"/>
              </a:lnSpc>
            </a:pPr>
            <a:r>
              <a:rPr lang="zh-CN" altLang="en-US" sz="4400" b="0" dirty="0">
                <a:solidFill>
                  <a:schemeClr val="tx1"/>
                </a:solidFill>
                <a:latin typeface="微软雅黑" panose="020B0503020204020204" charset="-122"/>
                <a:ea typeface="微软雅黑" panose="020B0503020204020204" charset="-122"/>
              </a:rPr>
              <a:t>无人机通过前向相机检测目标</a:t>
            </a:r>
            <a:r>
              <a:rPr lang="en-US" altLang="zh-CN" sz="4400" b="0" dirty="0" err="1">
                <a:solidFill>
                  <a:schemeClr val="tx1"/>
                </a:solidFill>
                <a:latin typeface="微软雅黑" panose="020B0503020204020204" charset="-122"/>
                <a:ea typeface="微软雅黑" panose="020B0503020204020204" charset="-122"/>
              </a:rPr>
              <a:t>ArUco</a:t>
            </a:r>
            <a:r>
              <a:rPr lang="zh-CN" altLang="en-US" sz="4400" b="0" dirty="0">
                <a:solidFill>
                  <a:schemeClr val="tx1"/>
                </a:solidFill>
                <a:latin typeface="微软雅黑" panose="020B0503020204020204" charset="-122"/>
                <a:ea typeface="微软雅黑" panose="020B0503020204020204" charset="-122"/>
              </a:rPr>
              <a:t>标记，实时估计标记相对位姿，并利用</a:t>
            </a:r>
            <a:r>
              <a:rPr lang="en-US" altLang="zh-CN" sz="4400" b="0" dirty="0" err="1">
                <a:solidFill>
                  <a:schemeClr val="tx1"/>
                </a:solidFill>
                <a:latin typeface="微软雅黑" panose="020B0503020204020204" charset="-122"/>
                <a:ea typeface="微软雅黑" panose="020B0503020204020204" charset="-122"/>
              </a:rPr>
              <a:t>TFmini</a:t>
            </a:r>
            <a:r>
              <a:rPr lang="zh-CN" altLang="en-US" sz="4400" b="0" dirty="0">
                <a:solidFill>
                  <a:schemeClr val="tx1"/>
                </a:solidFill>
                <a:latin typeface="微软雅黑" panose="020B0503020204020204" charset="-122"/>
                <a:ea typeface="微软雅黑" panose="020B0503020204020204" charset="-122"/>
              </a:rPr>
              <a:t>激光测距与光流模块实现室内稳定悬停，在结束跟随后自动</a:t>
            </a:r>
            <a:r>
              <a:rPr lang="zh-CN" altLang="en-US" sz="4400" b="0" dirty="0">
                <a:solidFill>
                  <a:schemeClr val="tx1"/>
                </a:solidFill>
                <a:latin typeface="微软雅黑" panose="020B0503020204020204" charset="-122"/>
                <a:ea typeface="微软雅黑" panose="020B0503020204020204" charset="-122"/>
              </a:rPr>
              <a:t>降落。</a:t>
            </a:r>
            <a:endParaRPr lang="zh-CN" altLang="en-US" sz="4400" b="0" dirty="0">
              <a:solidFill>
                <a:schemeClr val="tx1"/>
              </a:solidFill>
              <a:latin typeface="微软雅黑" panose="020B0503020204020204" charset="-122"/>
              <a:ea typeface="微软雅黑" panose="020B0503020204020204" charset="-122"/>
            </a:endParaRPr>
          </a:p>
        </p:txBody>
      </p:sp>
      <p:sp>
        <p:nvSpPr>
          <p:cNvPr id="9" name="矩形 8"/>
          <p:cNvSpPr/>
          <p:nvPr/>
        </p:nvSpPr>
        <p:spPr>
          <a:xfrm>
            <a:off x="0" y="26271063"/>
            <a:ext cx="14688766" cy="1531257"/>
          </a:xfrm>
          <a:prstGeom prst="rect">
            <a:avLst/>
          </a:prstGeom>
          <a:solidFill>
            <a:srgbClr val="0069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907103" y="26377281"/>
            <a:ext cx="12678268" cy="1323439"/>
          </a:xfrm>
          <a:prstGeom prst="rect">
            <a:avLst/>
          </a:prstGeom>
          <a:noFill/>
        </p:spPr>
        <p:txBody>
          <a:bodyPr wrap="square" rtlCol="0">
            <a:spAutoFit/>
          </a:bodyPr>
          <a:lstStyle/>
          <a:p>
            <a:r>
              <a:rPr lang="zh-CN" altLang="en-US" sz="8000" b="1" dirty="0">
                <a:solidFill>
                  <a:schemeClr val="bg1"/>
                </a:solidFill>
                <a:latin typeface="微软雅黑" panose="020B0503020204020204" charset="-122"/>
                <a:ea typeface="微软雅黑" panose="020B0503020204020204" charset="-122"/>
              </a:rPr>
              <a:t>功能与应用场景构思</a:t>
            </a:r>
            <a:endParaRPr lang="zh-CN" altLang="en-US" sz="8000" b="1" dirty="0">
              <a:solidFill>
                <a:schemeClr val="bg1"/>
              </a:solidFill>
              <a:latin typeface="微软雅黑" panose="020B0503020204020204" charset="-122"/>
              <a:ea typeface="微软雅黑" panose="020B0503020204020204" charset="-122"/>
            </a:endParaRPr>
          </a:p>
        </p:txBody>
      </p:sp>
      <p:sp>
        <p:nvSpPr>
          <p:cNvPr id="11" name="文本框 10"/>
          <p:cNvSpPr txBox="1"/>
          <p:nvPr/>
        </p:nvSpPr>
        <p:spPr>
          <a:xfrm>
            <a:off x="17848683" y="16349298"/>
            <a:ext cx="13832800" cy="13294995"/>
          </a:xfrm>
          <a:prstGeom prst="rect">
            <a:avLst/>
          </a:prstGeom>
          <a:noFill/>
        </p:spPr>
        <p:txBody>
          <a:bodyPr wrap="square" rtlCol="0">
            <a:spAutoFit/>
          </a:bodyPr>
          <a:lstStyle/>
          <a:p>
            <a:pPr marL="571500" indent="-571500" algn="just">
              <a:lnSpc>
                <a:spcPct val="150000"/>
              </a:lnSpc>
              <a:buFont typeface="Wingdings" panose="05000000000000000000" pitchFamily="2" charset="2"/>
              <a:buChar char="ü"/>
            </a:pPr>
            <a:r>
              <a:rPr lang="zh-CN" altLang="en-US" sz="4400" b="0" dirty="0">
                <a:solidFill>
                  <a:schemeClr val="tx1"/>
                </a:solidFill>
                <a:latin typeface="微软雅黑" panose="020B0503020204020204" charset="-122"/>
                <a:ea typeface="微软雅黑" panose="020B0503020204020204" charset="-122"/>
              </a:rPr>
              <a:t>分层解耦的系统架构：感知层（相机</a:t>
            </a:r>
            <a:r>
              <a:rPr lang="en-US" altLang="zh-CN" sz="4400" b="0" dirty="0">
                <a:solidFill>
                  <a:schemeClr val="tx1"/>
                </a:solidFill>
                <a:latin typeface="微软雅黑" panose="020B0503020204020204" charset="-122"/>
                <a:ea typeface="微软雅黑" panose="020B0503020204020204" charset="-122"/>
              </a:rPr>
              <a:t>+</a:t>
            </a:r>
            <a:r>
              <a:rPr lang="en-US" altLang="zh-CN" sz="4400" b="0" dirty="0" err="1">
                <a:solidFill>
                  <a:schemeClr val="tx1"/>
                </a:solidFill>
                <a:latin typeface="微软雅黑" panose="020B0503020204020204" charset="-122"/>
                <a:ea typeface="微软雅黑" panose="020B0503020204020204" charset="-122"/>
              </a:rPr>
              <a:t>TFmini</a:t>
            </a:r>
            <a:r>
              <a:rPr lang="en-US" altLang="zh-CN" sz="4400" b="0" dirty="0">
                <a:solidFill>
                  <a:schemeClr val="tx1"/>
                </a:solidFill>
                <a:latin typeface="微软雅黑" panose="020B0503020204020204" charset="-122"/>
                <a:ea typeface="微软雅黑" panose="020B0503020204020204" charset="-122"/>
              </a:rPr>
              <a:t>+</a:t>
            </a:r>
            <a:r>
              <a:rPr lang="zh-CN" altLang="en-US" sz="4400" b="0" dirty="0">
                <a:solidFill>
                  <a:schemeClr val="tx1"/>
                </a:solidFill>
                <a:latin typeface="微软雅黑" panose="020B0503020204020204" charset="-122"/>
                <a:ea typeface="微软雅黑" panose="020B0503020204020204" charset="-122"/>
              </a:rPr>
              <a:t>光流）、计算层（</a:t>
            </a:r>
            <a:r>
              <a:rPr lang="en-US" altLang="zh-CN" sz="4400" b="0" dirty="0">
                <a:solidFill>
                  <a:schemeClr val="tx1"/>
                </a:solidFill>
                <a:latin typeface="微软雅黑" panose="020B0503020204020204" charset="-122"/>
                <a:ea typeface="微软雅黑" panose="020B0503020204020204" charset="-122"/>
              </a:rPr>
              <a:t>Jetson Nano</a:t>
            </a:r>
            <a:r>
              <a:rPr lang="zh-CN" altLang="en-US" sz="4400" b="0" dirty="0">
                <a:solidFill>
                  <a:schemeClr val="tx1"/>
                </a:solidFill>
                <a:latin typeface="微软雅黑" panose="020B0503020204020204" charset="-122"/>
                <a:ea typeface="微软雅黑" panose="020B0503020204020204" charset="-122"/>
              </a:rPr>
              <a:t>）、控制层（</a:t>
            </a:r>
            <a:r>
              <a:rPr lang="en-US" altLang="zh-CN" sz="4400" b="0" dirty="0">
                <a:solidFill>
                  <a:schemeClr val="tx1"/>
                </a:solidFill>
                <a:latin typeface="微软雅黑" panose="020B0503020204020204" charset="-122"/>
                <a:ea typeface="微软雅黑" panose="020B0503020204020204" charset="-122"/>
              </a:rPr>
              <a:t>Pixhawk</a:t>
            </a:r>
            <a:r>
              <a:rPr lang="zh-CN" altLang="en-US" sz="4400" b="0" dirty="0">
                <a:solidFill>
                  <a:schemeClr val="tx1"/>
                </a:solidFill>
                <a:latin typeface="微软雅黑" panose="020B0503020204020204" charset="-122"/>
                <a:ea typeface="微软雅黑" panose="020B0503020204020204" charset="-122"/>
              </a:rPr>
              <a:t>）三层分离，高层决策与底层执行职责清晰，各层可独立迭代优化。</a:t>
            </a:r>
            <a:endParaRPr lang="en-US" altLang="zh-CN" sz="4400" b="0" dirty="0">
              <a:solidFill>
                <a:schemeClr val="tx1"/>
              </a:solidFill>
              <a:latin typeface="微软雅黑" panose="020B0503020204020204" charset="-122"/>
              <a:ea typeface="微软雅黑" panose="020B0503020204020204" charset="-122"/>
            </a:endParaRPr>
          </a:p>
          <a:p>
            <a:pPr marL="571500" indent="-571500" algn="just">
              <a:lnSpc>
                <a:spcPct val="150000"/>
              </a:lnSpc>
              <a:buFont typeface="Wingdings" panose="05000000000000000000" pitchFamily="2" charset="2"/>
              <a:buChar char="ü"/>
            </a:pPr>
            <a:endParaRPr lang="zh-CN" altLang="en-US" sz="4400" b="0" dirty="0">
              <a:solidFill>
                <a:schemeClr val="tx1"/>
              </a:solidFill>
              <a:latin typeface="微软雅黑" panose="020B0503020204020204" charset="-122"/>
              <a:ea typeface="微软雅黑" panose="020B0503020204020204" charset="-122"/>
            </a:endParaRPr>
          </a:p>
          <a:p>
            <a:pPr marL="571500" indent="-571500" algn="just">
              <a:lnSpc>
                <a:spcPct val="150000"/>
              </a:lnSpc>
              <a:buFont typeface="Wingdings" panose="05000000000000000000" pitchFamily="2" charset="2"/>
              <a:buChar char="ü"/>
            </a:pPr>
            <a:r>
              <a:rPr lang="zh-CN" altLang="en-US" sz="4400" b="0" dirty="0">
                <a:solidFill>
                  <a:schemeClr val="tx1"/>
                </a:solidFill>
                <a:latin typeface="微软雅黑" panose="020B0503020204020204" charset="-122"/>
                <a:ea typeface="微软雅黑" panose="020B0503020204020204" charset="-122"/>
              </a:rPr>
              <a:t>视觉引导的跟随控制策略：基于</a:t>
            </a:r>
            <a:r>
              <a:rPr lang="en-US" altLang="zh-CN" sz="4400" b="0" dirty="0" err="1">
                <a:solidFill>
                  <a:schemeClr val="tx1"/>
                </a:solidFill>
                <a:latin typeface="微软雅黑" panose="020B0503020204020204" charset="-122"/>
                <a:ea typeface="微软雅黑" panose="020B0503020204020204" charset="-122"/>
              </a:rPr>
              <a:t>ArUco</a:t>
            </a:r>
            <a:r>
              <a:rPr lang="zh-CN" altLang="en-US" sz="4400" b="0" dirty="0">
                <a:solidFill>
                  <a:schemeClr val="tx1"/>
                </a:solidFill>
                <a:latin typeface="微软雅黑" panose="020B0503020204020204" charset="-122"/>
                <a:ea typeface="微软雅黑" panose="020B0503020204020204" charset="-122"/>
              </a:rPr>
              <a:t>标记的位姿估计直接驱动控制系统，前向速度随对准置信度动态调整</a:t>
            </a:r>
            <a:r>
              <a:rPr lang="en-US" altLang="zh-CN" sz="4400" b="0" dirty="0">
                <a:solidFill>
                  <a:schemeClr val="tx1"/>
                </a:solidFill>
                <a:latin typeface="微软雅黑" panose="020B0503020204020204" charset="-122"/>
                <a:ea typeface="微软雅黑" panose="020B0503020204020204" charset="-122"/>
              </a:rPr>
              <a:t>——</a:t>
            </a:r>
            <a:r>
              <a:rPr lang="zh-CN" altLang="en-US" sz="4400" b="0" dirty="0">
                <a:solidFill>
                  <a:schemeClr val="tx1"/>
                </a:solidFill>
                <a:latin typeface="微软雅黑" panose="020B0503020204020204" charset="-122"/>
                <a:ea typeface="微软雅黑" panose="020B0503020204020204" charset="-122"/>
              </a:rPr>
              <a:t>对准偏差大时优先横向修正、偏差收敛后再加速前进，实现</a:t>
            </a:r>
            <a:r>
              <a:rPr lang="en-US" altLang="zh-CN" sz="4400" b="0" dirty="0">
                <a:solidFill>
                  <a:schemeClr val="tx1"/>
                </a:solidFill>
                <a:latin typeface="微软雅黑" panose="020B0503020204020204" charset="-122"/>
                <a:ea typeface="微软雅黑" panose="020B0503020204020204" charset="-122"/>
              </a:rPr>
              <a:t>"</a:t>
            </a:r>
            <a:r>
              <a:rPr lang="zh-CN" altLang="en-US" sz="4400" b="0" dirty="0">
                <a:solidFill>
                  <a:schemeClr val="tx1"/>
                </a:solidFill>
                <a:latin typeface="微软雅黑" panose="020B0503020204020204" charset="-122"/>
                <a:ea typeface="微软雅黑" panose="020B0503020204020204" charset="-122"/>
              </a:rPr>
              <a:t>先对准、后移动</a:t>
            </a:r>
            <a:r>
              <a:rPr lang="en-US" altLang="zh-CN" sz="4400" b="0" dirty="0">
                <a:solidFill>
                  <a:schemeClr val="tx1"/>
                </a:solidFill>
                <a:latin typeface="微软雅黑" panose="020B0503020204020204" charset="-122"/>
                <a:ea typeface="微软雅黑" panose="020B0503020204020204" charset="-122"/>
              </a:rPr>
              <a:t>"</a:t>
            </a:r>
            <a:r>
              <a:rPr lang="zh-CN" altLang="en-US" sz="4400" b="0" dirty="0">
                <a:solidFill>
                  <a:schemeClr val="tx1"/>
                </a:solidFill>
                <a:latin typeface="微软雅黑" panose="020B0503020204020204" charset="-122"/>
                <a:ea typeface="微软雅黑" panose="020B0503020204020204" charset="-122"/>
              </a:rPr>
              <a:t>的安全逻辑。</a:t>
            </a:r>
            <a:endParaRPr lang="en-US" altLang="zh-CN" sz="4400" b="0" dirty="0">
              <a:solidFill>
                <a:schemeClr val="tx1"/>
              </a:solidFill>
              <a:latin typeface="微软雅黑" panose="020B0503020204020204" charset="-122"/>
              <a:ea typeface="微软雅黑" panose="020B0503020204020204" charset="-122"/>
            </a:endParaRPr>
          </a:p>
          <a:p>
            <a:pPr marL="571500" indent="-571500" algn="just">
              <a:lnSpc>
                <a:spcPct val="150000"/>
              </a:lnSpc>
              <a:buFont typeface="Wingdings" panose="05000000000000000000" pitchFamily="2" charset="2"/>
              <a:buChar char="ü"/>
            </a:pPr>
            <a:endParaRPr lang="zh-CN" altLang="en-US" sz="4400" b="0" dirty="0">
              <a:solidFill>
                <a:schemeClr val="tx1"/>
              </a:solidFill>
              <a:latin typeface="微软雅黑" panose="020B0503020204020204" charset="-122"/>
              <a:ea typeface="微软雅黑" panose="020B0503020204020204" charset="-122"/>
            </a:endParaRPr>
          </a:p>
          <a:p>
            <a:pPr marL="571500" indent="-571500" algn="just">
              <a:lnSpc>
                <a:spcPct val="150000"/>
              </a:lnSpc>
              <a:buFont typeface="Wingdings" panose="05000000000000000000" pitchFamily="2" charset="2"/>
              <a:buChar char="ü"/>
            </a:pPr>
            <a:r>
              <a:rPr lang="zh-CN" altLang="en-US" sz="4400" b="0" dirty="0">
                <a:solidFill>
                  <a:schemeClr val="tx1"/>
                </a:solidFill>
                <a:latin typeface="微软雅黑" panose="020B0503020204020204" charset="-122"/>
                <a:ea typeface="微软雅黑" panose="020B0503020204020204" charset="-122"/>
              </a:rPr>
              <a:t>多源低成本室内定位方案：以</a:t>
            </a:r>
            <a:r>
              <a:rPr lang="en-US" altLang="zh-CN" sz="4400" b="0" dirty="0" err="1">
                <a:solidFill>
                  <a:schemeClr val="tx1"/>
                </a:solidFill>
                <a:latin typeface="微软雅黑" panose="020B0503020204020204" charset="-122"/>
                <a:ea typeface="微软雅黑" panose="020B0503020204020204" charset="-122"/>
              </a:rPr>
              <a:t>TFmini</a:t>
            </a:r>
            <a:r>
              <a:rPr lang="zh-CN" altLang="en-US" sz="4400" b="0" dirty="0">
                <a:solidFill>
                  <a:schemeClr val="tx1"/>
                </a:solidFill>
                <a:latin typeface="微软雅黑" panose="020B0503020204020204" charset="-122"/>
                <a:ea typeface="微软雅黑" panose="020B0503020204020204" charset="-122"/>
              </a:rPr>
              <a:t>激光测距配合光流模块替代</a:t>
            </a:r>
            <a:r>
              <a:rPr lang="en-US" altLang="zh-CN" sz="4400" b="0" dirty="0">
                <a:solidFill>
                  <a:schemeClr val="tx1"/>
                </a:solidFill>
                <a:latin typeface="微软雅黑" panose="020B0503020204020204" charset="-122"/>
                <a:ea typeface="微软雅黑" panose="020B0503020204020204" charset="-122"/>
              </a:rPr>
              <a:t>GPS</a:t>
            </a:r>
            <a:r>
              <a:rPr lang="zh-CN" altLang="en-US" sz="4400" b="0" dirty="0">
                <a:solidFill>
                  <a:schemeClr val="tx1"/>
                </a:solidFill>
                <a:latin typeface="微软雅黑" panose="020B0503020204020204" charset="-122"/>
                <a:ea typeface="微软雅黑" panose="020B0503020204020204" charset="-122"/>
              </a:rPr>
              <a:t>，在不依赖外部定位基站（如</a:t>
            </a:r>
            <a:r>
              <a:rPr lang="en-US" altLang="zh-CN" sz="4400" b="0" dirty="0">
                <a:solidFill>
                  <a:schemeClr val="tx1"/>
                </a:solidFill>
                <a:latin typeface="微软雅黑" panose="020B0503020204020204" charset="-122"/>
                <a:ea typeface="微软雅黑" panose="020B0503020204020204" charset="-122"/>
              </a:rPr>
              <a:t>UWB</a:t>
            </a:r>
            <a:r>
              <a:rPr lang="zh-CN" altLang="en-US" sz="4400" b="0" dirty="0">
                <a:solidFill>
                  <a:schemeClr val="tx1"/>
                </a:solidFill>
                <a:latin typeface="微软雅黑" panose="020B0503020204020204" charset="-122"/>
                <a:ea typeface="微软雅黑" panose="020B0503020204020204" charset="-122"/>
              </a:rPr>
              <a:t>、动作捕捉）的条件下，实现室内低空悬停与抗漂移。</a:t>
            </a:r>
            <a:endParaRPr lang="zh-CN" altLang="en-US" sz="4400" b="0" dirty="0">
              <a:solidFill>
                <a:schemeClr val="tx1"/>
              </a:solidFill>
              <a:latin typeface="微软雅黑" panose="020B0503020204020204" charset="-122"/>
              <a:ea typeface="微软雅黑" panose="020B0503020204020204" charset="-122"/>
            </a:endParaRPr>
          </a:p>
        </p:txBody>
      </p:sp>
      <p:sp>
        <p:nvSpPr>
          <p:cNvPr id="16" name="矩形 15"/>
          <p:cNvSpPr/>
          <p:nvPr/>
        </p:nvSpPr>
        <p:spPr>
          <a:xfrm>
            <a:off x="17630971" y="14224348"/>
            <a:ext cx="14688766" cy="1531257"/>
          </a:xfrm>
          <a:prstGeom prst="rect">
            <a:avLst/>
          </a:prstGeom>
          <a:solidFill>
            <a:srgbClr val="00BC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18500796" y="14330566"/>
            <a:ext cx="12715546" cy="1323439"/>
          </a:xfrm>
          <a:prstGeom prst="rect">
            <a:avLst/>
          </a:prstGeom>
          <a:noFill/>
        </p:spPr>
        <p:txBody>
          <a:bodyPr wrap="square" rtlCol="0">
            <a:spAutoFit/>
          </a:bodyPr>
          <a:lstStyle/>
          <a:p>
            <a:r>
              <a:rPr lang="zh-CN" altLang="en-US" sz="8000" b="1" dirty="0">
                <a:solidFill>
                  <a:schemeClr val="bg1"/>
                </a:solidFill>
                <a:latin typeface="微软雅黑" panose="020B0503020204020204" charset="-122"/>
                <a:ea typeface="微软雅黑" panose="020B0503020204020204" charset="-122"/>
              </a:rPr>
              <a:t>创新点</a:t>
            </a:r>
            <a:endParaRPr lang="zh-CN" altLang="en-US" sz="8000" b="1" dirty="0">
              <a:solidFill>
                <a:schemeClr val="bg1"/>
              </a:solidFill>
              <a:latin typeface="微软雅黑" panose="020B0503020204020204" charset="-122"/>
              <a:ea typeface="微软雅黑" panose="020B0503020204020204" charset="-122"/>
            </a:endParaRPr>
          </a:p>
        </p:txBody>
      </p:sp>
      <p:sp>
        <p:nvSpPr>
          <p:cNvPr id="37" name="文本框 36"/>
          <p:cNvSpPr txBox="1"/>
          <p:nvPr/>
        </p:nvSpPr>
        <p:spPr>
          <a:xfrm>
            <a:off x="547488" y="28183808"/>
            <a:ext cx="14141277" cy="13294995"/>
          </a:xfrm>
          <a:prstGeom prst="rect">
            <a:avLst/>
          </a:prstGeom>
          <a:noFill/>
        </p:spPr>
        <p:txBody>
          <a:bodyPr wrap="square" rtlCol="0">
            <a:spAutoFit/>
          </a:bodyPr>
          <a:lstStyle/>
          <a:p>
            <a:pPr algn="just">
              <a:lnSpc>
                <a:spcPct val="150000"/>
              </a:lnSpc>
            </a:pPr>
            <a:r>
              <a:rPr lang="zh-CN" altLang="en-US" sz="4400" dirty="0">
                <a:latin typeface="微软雅黑" panose="020B0503020204020204" charset="-122"/>
                <a:ea typeface="微软雅黑" panose="020B0503020204020204" charset="-122"/>
              </a:rPr>
              <a:t>核心功能：</a:t>
            </a:r>
            <a:endParaRPr lang="zh-CN" altLang="en-US" sz="4400" dirty="0">
              <a:latin typeface="微软雅黑" panose="020B0503020204020204" charset="-122"/>
              <a:ea typeface="微软雅黑" panose="020B0503020204020204" charset="-122"/>
            </a:endParaRPr>
          </a:p>
          <a:p>
            <a:pPr marL="571500" indent="-571500" algn="just">
              <a:lnSpc>
                <a:spcPct val="150000"/>
              </a:lnSpc>
              <a:buFont typeface="Wingdings" panose="05000000000000000000" pitchFamily="2" charset="2"/>
              <a:buChar char="p"/>
            </a:pPr>
            <a:r>
              <a:rPr lang="zh-CN" altLang="en-US" sz="4400" dirty="0">
                <a:latin typeface="微软雅黑" panose="020B0503020204020204" charset="-122"/>
                <a:ea typeface="微软雅黑" panose="020B0503020204020204" charset="-122"/>
              </a:rPr>
              <a:t> </a:t>
            </a:r>
            <a:r>
              <a:rPr lang="en-US" altLang="zh-CN" sz="4400" dirty="0" err="1">
                <a:latin typeface="微软雅黑" panose="020B0503020204020204" charset="-122"/>
                <a:ea typeface="微软雅黑" panose="020B0503020204020204" charset="-122"/>
              </a:rPr>
              <a:t>ArUco</a:t>
            </a:r>
            <a:r>
              <a:rPr lang="zh-CN" altLang="en-US" sz="4400" dirty="0">
                <a:latin typeface="微软雅黑" panose="020B0503020204020204" charset="-122"/>
                <a:ea typeface="微软雅黑" panose="020B0503020204020204" charset="-122"/>
              </a:rPr>
              <a:t>视觉识别与位姿估计：前向相机结合</a:t>
            </a:r>
            <a:r>
              <a:rPr lang="en-US" altLang="zh-CN" sz="4400" dirty="0">
                <a:latin typeface="微软雅黑" panose="020B0503020204020204" charset="-122"/>
                <a:ea typeface="微软雅黑" panose="020B0503020204020204" charset="-122"/>
              </a:rPr>
              <a:t>OpenCV</a:t>
            </a:r>
            <a:r>
              <a:rPr lang="zh-CN" altLang="en-US" sz="4400" dirty="0">
                <a:latin typeface="微软雅黑" panose="020B0503020204020204" charset="-122"/>
                <a:ea typeface="微软雅黑" panose="020B0503020204020204" charset="-122"/>
              </a:rPr>
              <a:t>检测洞口</a:t>
            </a:r>
            <a:r>
              <a:rPr lang="en-US" altLang="zh-CN" sz="4400" dirty="0" err="1">
                <a:latin typeface="微软雅黑" panose="020B0503020204020204" charset="-122"/>
                <a:ea typeface="微软雅黑" panose="020B0503020204020204" charset="-122"/>
              </a:rPr>
              <a:t>ArUco</a:t>
            </a:r>
            <a:r>
              <a:rPr lang="zh-CN" altLang="en-US" sz="4400" dirty="0">
                <a:latin typeface="微软雅黑" panose="020B0503020204020204" charset="-122"/>
                <a:ea typeface="微软雅黑" panose="020B0503020204020204" charset="-122"/>
              </a:rPr>
              <a:t>标记，利用</a:t>
            </a:r>
            <a:r>
              <a:rPr lang="en-US" altLang="zh-CN" sz="4400" dirty="0">
                <a:latin typeface="微软雅黑" panose="020B0503020204020204" charset="-122"/>
                <a:ea typeface="微软雅黑" panose="020B0503020204020204" charset="-122"/>
              </a:rPr>
              <a:t>PnP</a:t>
            </a:r>
            <a:r>
              <a:rPr lang="zh-CN" altLang="en-US" sz="4400" dirty="0">
                <a:latin typeface="微软雅黑" panose="020B0503020204020204" charset="-122"/>
                <a:ea typeface="微软雅黑" panose="020B0503020204020204" charset="-122"/>
              </a:rPr>
              <a:t>算法恢复洞口相对无人机的三维空间位置与方向，为飞控提供坐标输入。</a:t>
            </a:r>
            <a:endParaRPr lang="zh-CN" altLang="en-US" sz="4400" dirty="0">
              <a:latin typeface="微软雅黑" panose="020B0503020204020204" charset="-122"/>
              <a:ea typeface="微软雅黑" panose="020B0503020204020204" charset="-122"/>
            </a:endParaRPr>
          </a:p>
          <a:p>
            <a:pPr marL="571500" indent="-571500" algn="just">
              <a:lnSpc>
                <a:spcPct val="150000"/>
              </a:lnSpc>
              <a:buFont typeface="Wingdings" panose="05000000000000000000" pitchFamily="2" charset="2"/>
              <a:buChar char="p"/>
            </a:pPr>
            <a:r>
              <a:rPr lang="zh-CN" altLang="en-US" sz="4400" dirty="0">
                <a:latin typeface="微软雅黑" panose="020B0503020204020204" charset="-122"/>
                <a:ea typeface="微软雅黑" panose="020B0503020204020204" charset="-122"/>
              </a:rPr>
              <a:t> 室内无</a:t>
            </a:r>
            <a:r>
              <a:rPr lang="en-US" altLang="zh-CN" sz="4400" dirty="0">
                <a:latin typeface="微软雅黑" panose="020B0503020204020204" charset="-122"/>
                <a:ea typeface="微软雅黑" panose="020B0503020204020204" charset="-122"/>
              </a:rPr>
              <a:t>GPS</a:t>
            </a:r>
            <a:r>
              <a:rPr lang="zh-CN" altLang="en-US" sz="4400" dirty="0">
                <a:latin typeface="微软雅黑" panose="020B0503020204020204" charset="-122"/>
                <a:ea typeface="微软雅黑" panose="020B0503020204020204" charset="-122"/>
              </a:rPr>
              <a:t>稳定飞行：</a:t>
            </a:r>
            <a:r>
              <a:rPr lang="en-US" altLang="zh-CN" sz="4400" dirty="0" err="1">
                <a:latin typeface="微软雅黑" panose="020B0503020204020204" charset="-122"/>
                <a:ea typeface="微软雅黑" panose="020B0503020204020204" charset="-122"/>
              </a:rPr>
              <a:t>TFmini</a:t>
            </a:r>
            <a:r>
              <a:rPr lang="zh-CN" altLang="en-US" sz="4400" dirty="0">
                <a:latin typeface="微软雅黑" panose="020B0503020204020204" charset="-122"/>
                <a:ea typeface="微软雅黑" panose="020B0503020204020204" charset="-122"/>
              </a:rPr>
              <a:t>激光测距实现离地高度精确测量，光流模块通过地面纹理变化估计水平运动，两者结合抑制漂移，支撑低空悬停与低速穿越。</a:t>
            </a:r>
            <a:endParaRPr lang="zh-CN" altLang="en-US" sz="4400" dirty="0">
              <a:latin typeface="微软雅黑" panose="020B0503020204020204" charset="-122"/>
              <a:ea typeface="微软雅黑" panose="020B0503020204020204" charset="-122"/>
            </a:endParaRPr>
          </a:p>
          <a:p>
            <a:pPr algn="just">
              <a:lnSpc>
                <a:spcPct val="150000"/>
              </a:lnSpc>
            </a:pPr>
            <a:endParaRPr lang="zh-CN" altLang="en-US" sz="4400" dirty="0">
              <a:latin typeface="微软雅黑" panose="020B0503020204020204" charset="-122"/>
              <a:ea typeface="微软雅黑" panose="020B0503020204020204" charset="-122"/>
            </a:endParaRPr>
          </a:p>
          <a:p>
            <a:pPr algn="just">
              <a:lnSpc>
                <a:spcPct val="150000"/>
              </a:lnSpc>
            </a:pPr>
            <a:r>
              <a:rPr lang="zh-CN" altLang="en-US" sz="4400" dirty="0">
                <a:latin typeface="微软雅黑" panose="020B0503020204020204" charset="-122"/>
                <a:ea typeface="微软雅黑" panose="020B0503020204020204" charset="-122"/>
              </a:rPr>
              <a:t>应用场景：</a:t>
            </a:r>
            <a:endParaRPr lang="zh-CN" altLang="en-US" sz="4400" dirty="0">
              <a:latin typeface="微软雅黑" panose="020B0503020204020204" charset="-122"/>
              <a:ea typeface="微软雅黑" panose="020B0503020204020204" charset="-122"/>
            </a:endParaRPr>
          </a:p>
          <a:p>
            <a:pPr marL="571500" indent="-571500" algn="just">
              <a:lnSpc>
                <a:spcPct val="150000"/>
              </a:lnSpc>
              <a:buFont typeface="Wingdings" panose="05000000000000000000" pitchFamily="2" charset="2"/>
              <a:buChar char="p"/>
            </a:pPr>
            <a:r>
              <a:rPr lang="zh-CN" altLang="en-US" sz="4400" dirty="0">
                <a:latin typeface="微软雅黑" panose="020B0503020204020204" charset="-122"/>
                <a:ea typeface="微软雅黑" panose="020B0503020204020204" charset="-122"/>
              </a:rPr>
              <a:t>工业管道与隧道巡检：对矿井巷道、通风管道等狭长受限空间进行内部检测与缺陷排查。</a:t>
            </a:r>
            <a:endParaRPr lang="zh-CN" altLang="en-US" sz="4400" dirty="0">
              <a:latin typeface="微软雅黑" panose="020B0503020204020204" charset="-122"/>
              <a:ea typeface="微软雅黑" panose="020B0503020204020204" charset="-122"/>
            </a:endParaRPr>
          </a:p>
          <a:p>
            <a:pPr marL="571500" indent="-571500" algn="just">
              <a:lnSpc>
                <a:spcPct val="150000"/>
              </a:lnSpc>
              <a:buFont typeface="Wingdings" panose="05000000000000000000" pitchFamily="2" charset="2"/>
              <a:buChar char="p"/>
            </a:pPr>
            <a:r>
              <a:rPr lang="zh-CN" altLang="en-US" sz="4400" dirty="0">
                <a:latin typeface="微软雅黑" panose="020B0503020204020204" charset="-122"/>
                <a:ea typeface="微软雅黑" panose="020B0503020204020204" charset="-122"/>
              </a:rPr>
              <a:t>受限空间物资投送：向洞穴、夹层等难以到达的区域精准投递传感器或急救物资。</a:t>
            </a:r>
            <a:endParaRPr lang="zh-CN" altLang="en-US" sz="4400" dirty="0">
              <a:latin typeface="微软雅黑" panose="020B0503020204020204" charset="-122"/>
              <a:ea typeface="微软雅黑" panose="020B0503020204020204" charset="-122"/>
            </a:endParaRPr>
          </a:p>
        </p:txBody>
      </p:sp>
      <p:sp>
        <p:nvSpPr>
          <p:cNvPr id="31" name="文本框 30"/>
          <p:cNvSpPr txBox="1"/>
          <p:nvPr/>
        </p:nvSpPr>
        <p:spPr>
          <a:xfrm>
            <a:off x="4473672" y="8857730"/>
            <a:ext cx="8193269" cy="3785652"/>
          </a:xfrm>
          <a:prstGeom prst="rect">
            <a:avLst/>
          </a:prstGeom>
          <a:noFill/>
        </p:spPr>
        <p:txBody>
          <a:bodyPr wrap="none" rtlCol="0">
            <a:spAutoFit/>
          </a:bodyPr>
          <a:lstStyle/>
          <a:p>
            <a:r>
              <a:rPr lang="zh-CN" altLang="en-US" sz="6000" dirty="0">
                <a:latin typeface="微软雅黑 Light" panose="020B0502040204020203" pitchFamily="34" charset="-122"/>
                <a:ea typeface="微软雅黑 Light" panose="020B0502040204020203" pitchFamily="34" charset="-122"/>
              </a:rPr>
              <a:t>禹皓元 </a:t>
            </a:r>
            <a:r>
              <a:rPr lang="en-US" altLang="zh-CN" sz="6000" dirty="0">
                <a:latin typeface="微软雅黑 Light" panose="020B0502040204020203" pitchFamily="34" charset="-122"/>
                <a:ea typeface="微软雅黑 Light" panose="020B0502040204020203" pitchFamily="34" charset="-122"/>
              </a:rPr>
              <a:t>22</a:t>
            </a:r>
            <a:r>
              <a:rPr lang="zh-CN" altLang="en-US" sz="6000" dirty="0">
                <a:latin typeface="微软雅黑 Light" panose="020B0502040204020203" pitchFamily="34" charset="-122"/>
                <a:ea typeface="微软雅黑 Light" panose="020B0502040204020203" pitchFamily="34" charset="-122"/>
              </a:rPr>
              <a:t>计算机</a:t>
            </a:r>
            <a:endParaRPr lang="en-US" altLang="zh-CN" sz="6000" dirty="0">
              <a:latin typeface="微软雅黑 Light" panose="020B0502040204020203" pitchFamily="34" charset="-122"/>
              <a:ea typeface="微软雅黑 Light" panose="020B0502040204020203" pitchFamily="34" charset="-122"/>
            </a:endParaRPr>
          </a:p>
          <a:p>
            <a:r>
              <a:rPr lang="zh-CN" altLang="en-US" sz="6000" dirty="0">
                <a:latin typeface="微软雅黑 Light" panose="020B0502040204020203" pitchFamily="34" charset="-122"/>
                <a:ea typeface="微软雅黑 Light" panose="020B0502040204020203" pitchFamily="34" charset="-122"/>
              </a:rPr>
              <a:t>蒲仁智 </a:t>
            </a:r>
            <a:r>
              <a:rPr lang="en-US" altLang="zh-CN" sz="6000" dirty="0">
                <a:latin typeface="微软雅黑 Light" panose="020B0502040204020203" pitchFamily="34" charset="-122"/>
                <a:ea typeface="微软雅黑 Light" panose="020B0502040204020203" pitchFamily="34" charset="-122"/>
              </a:rPr>
              <a:t>25</a:t>
            </a:r>
            <a:r>
              <a:rPr lang="zh-CN" altLang="en-US" sz="6000" dirty="0">
                <a:latin typeface="微软雅黑 Light" panose="020B0502040204020203" pitchFamily="34" charset="-122"/>
                <a:ea typeface="微软雅黑 Light" panose="020B0502040204020203" pitchFamily="34" charset="-122"/>
              </a:rPr>
              <a:t>新雅</a:t>
            </a:r>
            <a:endParaRPr lang="en-US" altLang="zh-CN" sz="6000" dirty="0">
              <a:latin typeface="微软雅黑 Light" panose="020B0502040204020203" pitchFamily="34" charset="-122"/>
              <a:ea typeface="微软雅黑 Light" panose="020B0502040204020203" pitchFamily="34" charset="-122"/>
            </a:endParaRPr>
          </a:p>
          <a:p>
            <a:r>
              <a:rPr lang="zh-CN" altLang="en-US" sz="6000" dirty="0">
                <a:latin typeface="微软雅黑 Light" panose="020B0502040204020203" pitchFamily="34" charset="-122"/>
                <a:ea typeface="微软雅黑 Light" panose="020B0502040204020203" pitchFamily="34" charset="-122"/>
              </a:rPr>
              <a:t>唐晨成 </a:t>
            </a:r>
            <a:r>
              <a:rPr lang="en-US" altLang="zh-CN" sz="6000" dirty="0">
                <a:latin typeface="微软雅黑 Light" panose="020B0502040204020203" pitchFamily="34" charset="-122"/>
                <a:ea typeface="微软雅黑 Light" panose="020B0502040204020203" pitchFamily="34" charset="-122"/>
              </a:rPr>
              <a:t>22</a:t>
            </a:r>
            <a:r>
              <a:rPr lang="zh-CN" altLang="en-US" sz="6000" dirty="0">
                <a:latin typeface="微软雅黑 Light" panose="020B0502040204020203" pitchFamily="34" charset="-122"/>
                <a:ea typeface="微软雅黑 Light" panose="020B0502040204020203" pitchFamily="34" charset="-122"/>
              </a:rPr>
              <a:t>物院（北大）</a:t>
            </a:r>
            <a:endParaRPr lang="en-US" altLang="zh-CN" sz="6000" dirty="0">
              <a:latin typeface="微软雅黑 Light" panose="020B0502040204020203" pitchFamily="34" charset="-122"/>
              <a:ea typeface="微软雅黑 Light" panose="020B0502040204020203" pitchFamily="34" charset="-122"/>
            </a:endParaRPr>
          </a:p>
          <a:p>
            <a:r>
              <a:rPr lang="zh-CN" altLang="en-US" sz="6000" dirty="0">
                <a:latin typeface="微软雅黑 Light" panose="020B0502040204020203" pitchFamily="34" charset="-122"/>
                <a:ea typeface="微软雅黑 Light" panose="020B0502040204020203" pitchFamily="34" charset="-122"/>
              </a:rPr>
              <a:t>梁清尧 </a:t>
            </a:r>
            <a:r>
              <a:rPr lang="en-US" altLang="zh-CN" sz="6000" dirty="0">
                <a:latin typeface="微软雅黑 Light" panose="020B0502040204020203" pitchFamily="34" charset="-122"/>
                <a:ea typeface="微软雅黑 Light" panose="020B0502040204020203" pitchFamily="34" charset="-122"/>
              </a:rPr>
              <a:t>22</a:t>
            </a:r>
            <a:r>
              <a:rPr lang="zh-CN" altLang="en-US" sz="6000" dirty="0">
                <a:latin typeface="微软雅黑 Light" panose="020B0502040204020203" pitchFamily="34" charset="-122"/>
                <a:ea typeface="微软雅黑 Light" panose="020B0502040204020203" pitchFamily="34" charset="-122"/>
              </a:rPr>
              <a:t>物院（北大）</a:t>
            </a:r>
            <a:endParaRPr lang="zh-CN" altLang="en-US" sz="6000" dirty="0">
              <a:latin typeface="微软雅黑 Light" panose="020B0502040204020203" pitchFamily="34" charset="-122"/>
              <a:ea typeface="微软雅黑 Light" panose="020B0502040204020203" pitchFamily="34" charset="-122"/>
            </a:endParaRPr>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7141094" y="8477291"/>
            <a:ext cx="3490796" cy="4886075"/>
          </a:xfrm>
          <a:prstGeom prst="rect">
            <a:avLst/>
          </a:prstGeom>
        </p:spPr>
      </p:pic>
      <p:pic>
        <p:nvPicPr>
          <p:cNvPr id="19" name="图片 18"/>
          <p:cNvPicPr>
            <a:picLocks noChangeAspect="1"/>
          </p:cNvPicPr>
          <p:nvPr/>
        </p:nvPicPr>
        <p:blipFill rotWithShape="1">
          <a:blip r:embed="rId2">
            <a:extLst>
              <a:ext uri="{28A0092B-C50C-407E-A947-70E740481C1C}">
                <a14:useLocalDpi xmlns:a14="http://schemas.microsoft.com/office/drawing/2010/main" val="0"/>
              </a:ext>
            </a:extLst>
          </a:blip>
          <a:srcRect t="21894" b="3136"/>
          <a:stretch>
            <a:fillRect/>
          </a:stretch>
        </p:blipFill>
        <p:spPr>
          <a:xfrm>
            <a:off x="17934391" y="30046224"/>
            <a:ext cx="5520790" cy="5520790"/>
          </a:xfrm>
          <a:prstGeom prst="rect">
            <a:avLst/>
          </a:prstGeom>
        </p:spPr>
      </p:pic>
      <p:pic>
        <p:nvPicPr>
          <p:cNvPr id="25" name="图片 2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320431" y="30046224"/>
            <a:ext cx="7361052" cy="5520790"/>
          </a:xfrm>
          <a:prstGeom prst="rect">
            <a:avLst/>
          </a:prstGeom>
        </p:spPr>
      </p:pic>
      <p:pic>
        <p:nvPicPr>
          <p:cNvPr id="18" name="图片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085062" y="8477291"/>
            <a:ext cx="3678927" cy="4886075"/>
          </a:xfrm>
          <a:prstGeom prst="rect">
            <a:avLst/>
          </a:prstGeom>
        </p:spPr>
      </p:pic>
      <p:pic>
        <p:nvPicPr>
          <p:cNvPr id="22" name="图片 21"/>
          <p:cNvPicPr>
            <a:picLocks noChangeAspect="1"/>
          </p:cNvPicPr>
          <p:nvPr/>
        </p:nvPicPr>
        <p:blipFill>
          <a:blip r:embed="rId5" cstate="print">
            <a:extLst>
              <a:ext uri="{28A0092B-C50C-407E-A947-70E740481C1C}">
                <a14:useLocalDpi xmlns:a14="http://schemas.microsoft.com/office/drawing/2010/main" val="0"/>
              </a:ext>
            </a:extLst>
          </a:blip>
          <a:srcRect l="15870" t="18915" r="33807" b="30763"/>
          <a:stretch>
            <a:fillRect/>
          </a:stretch>
        </p:blipFill>
        <p:spPr>
          <a:xfrm>
            <a:off x="22922393" y="8478960"/>
            <a:ext cx="3663304" cy="4884406"/>
          </a:xfrm>
          <a:prstGeom prst="rect">
            <a:avLst/>
          </a:prstGeom>
        </p:spPr>
      </p:pic>
      <p:pic>
        <p:nvPicPr>
          <p:cNvPr id="24" name="图片 2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437217" y="8477291"/>
            <a:ext cx="3737626" cy="4886075"/>
          </a:xfrm>
          <a:prstGeom prst="rect">
            <a:avLst/>
          </a:prstGeom>
        </p:spPr>
      </p:pic>
      <p:pic>
        <p:nvPicPr>
          <p:cNvPr id="13" name="图片 12" descr="25a17ae346bd815fdafdafbf78a07589"/>
          <p:cNvPicPr>
            <a:picLocks noChangeAspect="1"/>
          </p:cNvPicPr>
          <p:nvPr/>
        </p:nvPicPr>
        <p:blipFill>
          <a:blip r:embed="rId7"/>
          <a:stretch>
            <a:fillRect/>
          </a:stretch>
        </p:blipFill>
        <p:spPr>
          <a:xfrm>
            <a:off x="17934305" y="35968940"/>
            <a:ext cx="13745845" cy="6210935"/>
          </a:xfrm>
          <a:prstGeom prst="rect">
            <a:avLst/>
          </a:prstGeom>
        </p:spPr>
      </p:pic>
    </p:spTree>
  </p:cSld>
  <p:clrMapOvr>
    <a:masterClrMapping/>
  </p:clrMapOvr>
</p:sld>
</file>

<file path=ppt/tags/tag1.xml><?xml version="1.0" encoding="utf-8"?>
<p:tagLst xmlns:p="http://schemas.openxmlformats.org/presentationml/2006/main">
  <p:tag name="COMMONDATA" val="eyJoZGlkIjoiYWZhNGY2OGU2N2RkOWJiYzIwMDdmODE2ZDRhMDdmNDgifQ=="/>
</p:tagLst>
</file>

<file path=ppt/theme/theme1.xml><?xml version="1.0" encoding="utf-8"?>
<a:theme xmlns:a="http://schemas.openxmlformats.org/drawingml/2006/main" name="机械控制">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781</Words>
  <Application>WPS 演示</Application>
  <PresentationFormat>自定义</PresentationFormat>
  <Paragraphs>34</Paragraphs>
  <Slides>1</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vt:i4>
      </vt:variant>
    </vt:vector>
  </HeadingPairs>
  <TitlesOfParts>
    <vt:vector size="21" baseType="lpstr">
      <vt:lpstr>Arial</vt:lpstr>
      <vt:lpstr>宋体</vt:lpstr>
      <vt:lpstr>Wingdings</vt:lpstr>
      <vt:lpstr>微软雅黑</vt:lpstr>
      <vt:lpstr>汉仪旗黑</vt:lpstr>
      <vt:lpstr>微软雅黑 Light</vt:lpstr>
      <vt:lpstr>汉仪中黑KW</vt:lpstr>
      <vt:lpstr>Inter</vt:lpstr>
      <vt:lpstr>Thonburi</vt:lpstr>
      <vt:lpstr>Calibri</vt:lpstr>
      <vt:lpstr>Helvetica Neue</vt:lpstr>
      <vt:lpstr>宋体</vt:lpstr>
      <vt:lpstr>Arial Unicode MS</vt:lpstr>
      <vt:lpstr>等线</vt:lpstr>
      <vt:lpstr>汉仪中等线KW</vt:lpstr>
      <vt:lpstr>汉仪书宋二KW</vt:lpstr>
      <vt:lpstr>Wingdings</vt:lpstr>
      <vt:lpstr>微软雅黑</vt:lpstr>
      <vt:lpstr>微软雅黑 Light</vt:lpstr>
      <vt:lpstr>机械控制</vt:lpstr>
      <vt:lpstr>项目作者：</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禹皓元(2022012119)</cp:lastModifiedBy>
  <cp:revision>89</cp:revision>
  <dcterms:created xsi:type="dcterms:W3CDTF">2026-06-01T09:46:09Z</dcterms:created>
  <dcterms:modified xsi:type="dcterms:W3CDTF">2026-06-01T09:46:09Z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BFDF7708B313CE337E521D6A69CA9DBB_43</vt:lpwstr>
  </property>
  <property fmtid="{D5CDD505-2E9C-101B-9397-08002B2CF9AE}" pid="3" name="KSOProductBuildVer">
    <vt:lpwstr>2052-12.1.23540.23540</vt:lpwstr>
  </property>
</Properties>
</file>